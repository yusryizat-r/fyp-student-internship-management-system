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Yusry Izzat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Internship Duration: 4 Months</a:t>
            </a:r>
          </a:p>
          <a:p>
            <a:r>
              <a:t>• Company: Beyond2u</a:t>
            </a:r>
          </a:p>
          <a:p>
            <a:r>
              <a:t>• Position: IT Intern</a:t>
            </a:r>
          </a:p>
          <a:p>
            <a:r>
              <a:t>• Department: System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internship management modules</a:t>
            </a:r>
          </a:p>
          <a:p>
            <a:r>
              <a:t>• Assisted in database management</a:t>
            </a:r>
          </a:p>
          <a:p>
            <a:r>
              <a:t>• Fixed bugs and improved UI</a:t>
            </a:r>
          </a:p>
          <a:p>
            <a:r>
              <a:t>• Worked with PHP and MySQL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Debugging SQL query issues</a:t>
            </a:r>
          </a:p>
          <a:p>
            <a:r>
              <a:t>• Managing file upload system</a:t>
            </a:r>
          </a:p>
          <a:p>
            <a:r>
              <a:t>• Improving workflow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Gained practical web development experience</a:t>
            </a:r>
          </a:p>
          <a:p>
            <a:r>
              <a:t>• Improved problem-solving skills</a:t>
            </a:r>
          </a:p>
          <a:p>
            <a:r>
              <a:t>• Learned system workflow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