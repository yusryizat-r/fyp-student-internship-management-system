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Internship Presentation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CCI Internship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</a:t>
            </a:r>
          </a:p>
          <a:p>
            <a:r>
              <a:t>2. Company Background</a:t>
            </a:r>
          </a:p>
          <a:p>
            <a:r>
              <a:t>3. Internship Tasks</a:t>
            </a:r>
          </a:p>
          <a:p>
            <a:r>
              <a:t>4. Challenges Faced</a:t>
            </a:r>
          </a:p>
          <a:p>
            <a:r>
              <a:t>5.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