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5075" r:id="rId1"/>
  </p:sldMasterIdLst>
  <p:notesMasterIdLst>
    <p:notesMasterId r:id="rId11"/>
  </p:notesMasterIdLst>
  <p:sldIdLst>
    <p:sldId id="256" r:id="rId2"/>
    <p:sldId id="258" r:id="rId3"/>
    <p:sldId id="287" r:id="rId4"/>
    <p:sldId id="274" r:id="rId5"/>
    <p:sldId id="280" r:id="rId6"/>
    <p:sldId id="285" r:id="rId7"/>
    <p:sldId id="276" r:id="rId8"/>
    <p:sldId id="279" r:id="rId9"/>
    <p:sldId id="277" r:id="rId10"/>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60"/>
  </p:normalViewPr>
  <p:slideViewPr>
    <p:cSldViewPr>
      <p:cViewPr varScale="1">
        <p:scale>
          <a:sx n="80" d="100"/>
          <a:sy n="80" d="100"/>
        </p:scale>
        <p:origin x="96" y="630"/>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A9452A87-0239-4EF3-AAE2-F36AFB808172}" type="doc">
      <dgm:prSet loTypeId="urn:microsoft.com/office/officeart/2016/7/layout/VerticalSolidActionList" loCatId="List" qsTypeId="urn:microsoft.com/office/officeart/2005/8/quickstyle/simple1" qsCatId="simple" csTypeId="urn:microsoft.com/office/officeart/2005/8/colors/colorful1" csCatId="colorful"/>
      <dgm:spPr/>
      <dgm:t>
        <a:bodyPr/>
        <a:lstStyle/>
        <a:p>
          <a:endParaRPr lang="en-US"/>
        </a:p>
      </dgm:t>
    </dgm:pt>
    <dgm:pt modelId="{F4DB81BA-D06D-4A74-B4C7-BFCCF27EE13E}">
      <dgm:prSet/>
      <dgm:spPr/>
      <dgm:t>
        <a:bodyPr/>
        <a:lstStyle/>
        <a:p>
          <a:r>
            <a:rPr lang="en-US"/>
            <a:t>Provide</a:t>
          </a:r>
        </a:p>
      </dgm:t>
    </dgm:pt>
    <dgm:pt modelId="{EFA20E15-2A76-4CBD-A132-1A93AE037DE3}" type="parTrans" cxnId="{11187328-6310-44DB-91D6-5A6BEBD5E045}">
      <dgm:prSet/>
      <dgm:spPr/>
      <dgm:t>
        <a:bodyPr/>
        <a:lstStyle/>
        <a:p>
          <a:endParaRPr lang="en-US"/>
        </a:p>
      </dgm:t>
    </dgm:pt>
    <dgm:pt modelId="{C4075F17-C06E-4F69-8039-6A6BF7488FA8}" type="sibTrans" cxnId="{11187328-6310-44DB-91D6-5A6BEBD5E045}">
      <dgm:prSet/>
      <dgm:spPr/>
      <dgm:t>
        <a:bodyPr/>
        <a:lstStyle/>
        <a:p>
          <a:endParaRPr lang="en-US"/>
        </a:p>
      </dgm:t>
    </dgm:pt>
    <dgm:pt modelId="{9D6DE937-A54B-4F9F-B01D-109867980CC9}">
      <dgm:prSet/>
      <dgm:spPr/>
      <dgm:t>
        <a:bodyPr/>
        <a:lstStyle/>
        <a:p>
          <a:r>
            <a:rPr lang="en-US"/>
            <a:t>Objective 1: Provide a centralized platform for internship students</a:t>
          </a:r>
        </a:p>
      </dgm:t>
    </dgm:pt>
    <dgm:pt modelId="{C2E2059B-1C41-4209-BE56-A3CF678C6CC7}" type="parTrans" cxnId="{9A424DD2-1B94-4D13-A458-80876C4FB786}">
      <dgm:prSet/>
      <dgm:spPr/>
      <dgm:t>
        <a:bodyPr/>
        <a:lstStyle/>
        <a:p>
          <a:endParaRPr lang="en-US"/>
        </a:p>
      </dgm:t>
    </dgm:pt>
    <dgm:pt modelId="{E4E218F2-6A78-4D59-AF14-1596C074024D}" type="sibTrans" cxnId="{9A424DD2-1B94-4D13-A458-80876C4FB786}">
      <dgm:prSet/>
      <dgm:spPr/>
      <dgm:t>
        <a:bodyPr/>
        <a:lstStyle/>
        <a:p>
          <a:endParaRPr lang="en-US"/>
        </a:p>
      </dgm:t>
    </dgm:pt>
    <dgm:pt modelId="{8E1D77EF-A1F6-4F1D-A48E-3370D1A6212F}">
      <dgm:prSet/>
      <dgm:spPr/>
      <dgm:t>
        <a:bodyPr/>
        <a:lstStyle/>
        <a:p>
          <a:r>
            <a:rPr lang="en-US"/>
            <a:t>Provide</a:t>
          </a:r>
        </a:p>
      </dgm:t>
    </dgm:pt>
    <dgm:pt modelId="{42B3E8E8-F332-4D7D-8EEC-2808AC36FBFA}" type="parTrans" cxnId="{C88BF928-BD0D-42D5-B3AE-3FFD206E80CC}">
      <dgm:prSet/>
      <dgm:spPr/>
      <dgm:t>
        <a:bodyPr/>
        <a:lstStyle/>
        <a:p>
          <a:endParaRPr lang="en-US"/>
        </a:p>
      </dgm:t>
    </dgm:pt>
    <dgm:pt modelId="{2703EF24-C6C1-459F-8E00-76BA49F5AEEE}" type="sibTrans" cxnId="{C88BF928-BD0D-42D5-B3AE-3FFD206E80CC}">
      <dgm:prSet/>
      <dgm:spPr/>
      <dgm:t>
        <a:bodyPr/>
        <a:lstStyle/>
        <a:p>
          <a:endParaRPr lang="en-US"/>
        </a:p>
      </dgm:t>
    </dgm:pt>
    <dgm:pt modelId="{F766607E-60A3-4FD8-A5B2-96910891FBDD}">
      <dgm:prSet/>
      <dgm:spPr/>
      <dgm:t>
        <a:bodyPr/>
        <a:lstStyle/>
        <a:p>
          <a:r>
            <a:rPr lang="en-US"/>
            <a:t>Objective 2: Provide a user-oriented and systematic system for visiting lecturers.</a:t>
          </a:r>
        </a:p>
      </dgm:t>
    </dgm:pt>
    <dgm:pt modelId="{2E4D7CBE-ED0B-4D4E-9D02-3842B20B8635}" type="parTrans" cxnId="{1349D541-0548-47DC-923B-B577792258F8}">
      <dgm:prSet/>
      <dgm:spPr/>
      <dgm:t>
        <a:bodyPr/>
        <a:lstStyle/>
        <a:p>
          <a:endParaRPr lang="en-US"/>
        </a:p>
      </dgm:t>
    </dgm:pt>
    <dgm:pt modelId="{C8827AF3-126A-4FDD-874F-428E8E5AA527}" type="sibTrans" cxnId="{1349D541-0548-47DC-923B-B577792258F8}">
      <dgm:prSet/>
      <dgm:spPr/>
      <dgm:t>
        <a:bodyPr/>
        <a:lstStyle/>
        <a:p>
          <a:endParaRPr lang="en-US"/>
        </a:p>
      </dgm:t>
    </dgm:pt>
    <dgm:pt modelId="{6952961E-F775-4BE4-B962-282C37F0D43D}">
      <dgm:prSet/>
      <dgm:spPr/>
      <dgm:t>
        <a:bodyPr/>
        <a:lstStyle/>
        <a:p>
          <a:r>
            <a:rPr lang="en-US"/>
            <a:t>Provide</a:t>
          </a:r>
        </a:p>
      </dgm:t>
    </dgm:pt>
    <dgm:pt modelId="{4CCAD5F0-7736-4E21-9024-155C6E669989}" type="parTrans" cxnId="{D909FD4B-E688-4614-A7D6-063745BAC8D6}">
      <dgm:prSet/>
      <dgm:spPr/>
      <dgm:t>
        <a:bodyPr/>
        <a:lstStyle/>
        <a:p>
          <a:endParaRPr lang="en-US"/>
        </a:p>
      </dgm:t>
    </dgm:pt>
    <dgm:pt modelId="{82B5C111-6D86-4343-8BF8-1302EEF45BC3}" type="sibTrans" cxnId="{D909FD4B-E688-4614-A7D6-063745BAC8D6}">
      <dgm:prSet/>
      <dgm:spPr/>
      <dgm:t>
        <a:bodyPr/>
        <a:lstStyle/>
        <a:p>
          <a:endParaRPr lang="en-US"/>
        </a:p>
      </dgm:t>
    </dgm:pt>
    <dgm:pt modelId="{4E031C31-9F06-46B9-8DFC-36FC9FD2EAA9}">
      <dgm:prSet/>
      <dgm:spPr/>
      <dgm:t>
        <a:bodyPr/>
        <a:lstStyle/>
        <a:p>
          <a:r>
            <a:rPr lang="en-US"/>
            <a:t>Objective 3: Provide a user-friendly and systematic management system for program coordinator.</a:t>
          </a:r>
        </a:p>
      </dgm:t>
    </dgm:pt>
    <dgm:pt modelId="{D9EDB6F4-8052-4DDD-B9A8-065C3AE5477E}" type="parTrans" cxnId="{CF447284-6308-4553-8C86-BC1D2CB29CF1}">
      <dgm:prSet/>
      <dgm:spPr/>
      <dgm:t>
        <a:bodyPr/>
        <a:lstStyle/>
        <a:p>
          <a:endParaRPr lang="en-US"/>
        </a:p>
      </dgm:t>
    </dgm:pt>
    <dgm:pt modelId="{682DBF01-3120-4EC3-B041-EAB67B278A77}" type="sibTrans" cxnId="{CF447284-6308-4553-8C86-BC1D2CB29CF1}">
      <dgm:prSet/>
      <dgm:spPr/>
      <dgm:t>
        <a:bodyPr/>
        <a:lstStyle/>
        <a:p>
          <a:endParaRPr lang="en-US"/>
        </a:p>
      </dgm:t>
    </dgm:pt>
    <dgm:pt modelId="{B3441CC4-4370-4210-8F24-DA1F7C86DB72}" type="pres">
      <dgm:prSet presAssocID="{A9452A87-0239-4EF3-AAE2-F36AFB808172}" presName="Name0" presStyleCnt="0">
        <dgm:presLayoutVars>
          <dgm:dir/>
          <dgm:animLvl val="lvl"/>
          <dgm:resizeHandles val="exact"/>
        </dgm:presLayoutVars>
      </dgm:prSet>
      <dgm:spPr/>
    </dgm:pt>
    <dgm:pt modelId="{1E554F95-59FD-4751-8ED5-71BB6C240431}" type="pres">
      <dgm:prSet presAssocID="{F4DB81BA-D06D-4A74-B4C7-BFCCF27EE13E}" presName="linNode" presStyleCnt="0"/>
      <dgm:spPr/>
    </dgm:pt>
    <dgm:pt modelId="{B46BE4AC-D7F7-420E-9A43-AD9007AD56C8}" type="pres">
      <dgm:prSet presAssocID="{F4DB81BA-D06D-4A74-B4C7-BFCCF27EE13E}" presName="parentText" presStyleLbl="alignNode1" presStyleIdx="0" presStyleCnt="3">
        <dgm:presLayoutVars>
          <dgm:chMax val="1"/>
          <dgm:bulletEnabled/>
        </dgm:presLayoutVars>
      </dgm:prSet>
      <dgm:spPr/>
    </dgm:pt>
    <dgm:pt modelId="{992F4550-3A74-47BF-B5DF-1401E37F03DD}" type="pres">
      <dgm:prSet presAssocID="{F4DB81BA-D06D-4A74-B4C7-BFCCF27EE13E}" presName="descendantText" presStyleLbl="alignAccFollowNode1" presStyleIdx="0" presStyleCnt="3">
        <dgm:presLayoutVars>
          <dgm:bulletEnabled/>
        </dgm:presLayoutVars>
      </dgm:prSet>
      <dgm:spPr/>
    </dgm:pt>
    <dgm:pt modelId="{DE3DE8EE-6E82-49D6-9538-D60DB57692D1}" type="pres">
      <dgm:prSet presAssocID="{C4075F17-C06E-4F69-8039-6A6BF7488FA8}" presName="sp" presStyleCnt="0"/>
      <dgm:spPr/>
    </dgm:pt>
    <dgm:pt modelId="{3FB7E2F3-B63A-43A6-B1FB-9F943A875790}" type="pres">
      <dgm:prSet presAssocID="{8E1D77EF-A1F6-4F1D-A48E-3370D1A6212F}" presName="linNode" presStyleCnt="0"/>
      <dgm:spPr/>
    </dgm:pt>
    <dgm:pt modelId="{168990DD-FFA8-4ACC-807D-1684D92D216B}" type="pres">
      <dgm:prSet presAssocID="{8E1D77EF-A1F6-4F1D-A48E-3370D1A6212F}" presName="parentText" presStyleLbl="alignNode1" presStyleIdx="1" presStyleCnt="3">
        <dgm:presLayoutVars>
          <dgm:chMax val="1"/>
          <dgm:bulletEnabled/>
        </dgm:presLayoutVars>
      </dgm:prSet>
      <dgm:spPr/>
    </dgm:pt>
    <dgm:pt modelId="{C504970A-D268-41B5-BA02-5F07EDE7B148}" type="pres">
      <dgm:prSet presAssocID="{8E1D77EF-A1F6-4F1D-A48E-3370D1A6212F}" presName="descendantText" presStyleLbl="alignAccFollowNode1" presStyleIdx="1" presStyleCnt="3">
        <dgm:presLayoutVars>
          <dgm:bulletEnabled/>
        </dgm:presLayoutVars>
      </dgm:prSet>
      <dgm:spPr/>
    </dgm:pt>
    <dgm:pt modelId="{C79E7757-282B-46BB-BA11-97B2FEDEC5B4}" type="pres">
      <dgm:prSet presAssocID="{2703EF24-C6C1-459F-8E00-76BA49F5AEEE}" presName="sp" presStyleCnt="0"/>
      <dgm:spPr/>
    </dgm:pt>
    <dgm:pt modelId="{BEFF10F4-6ABD-4A9D-8555-0951B09C3F80}" type="pres">
      <dgm:prSet presAssocID="{6952961E-F775-4BE4-B962-282C37F0D43D}" presName="linNode" presStyleCnt="0"/>
      <dgm:spPr/>
    </dgm:pt>
    <dgm:pt modelId="{F3E2E3E0-D023-417B-BC2B-9A00781BB706}" type="pres">
      <dgm:prSet presAssocID="{6952961E-F775-4BE4-B962-282C37F0D43D}" presName="parentText" presStyleLbl="alignNode1" presStyleIdx="2" presStyleCnt="3">
        <dgm:presLayoutVars>
          <dgm:chMax val="1"/>
          <dgm:bulletEnabled/>
        </dgm:presLayoutVars>
      </dgm:prSet>
      <dgm:spPr/>
    </dgm:pt>
    <dgm:pt modelId="{86B6988F-A3CE-47F5-ACF7-4988513729F8}" type="pres">
      <dgm:prSet presAssocID="{6952961E-F775-4BE4-B962-282C37F0D43D}" presName="descendantText" presStyleLbl="alignAccFollowNode1" presStyleIdx="2" presStyleCnt="3">
        <dgm:presLayoutVars>
          <dgm:bulletEnabled/>
        </dgm:presLayoutVars>
      </dgm:prSet>
      <dgm:spPr/>
    </dgm:pt>
  </dgm:ptLst>
  <dgm:cxnLst>
    <dgm:cxn modelId="{11187328-6310-44DB-91D6-5A6BEBD5E045}" srcId="{A9452A87-0239-4EF3-AAE2-F36AFB808172}" destId="{F4DB81BA-D06D-4A74-B4C7-BFCCF27EE13E}" srcOrd="0" destOrd="0" parTransId="{EFA20E15-2A76-4CBD-A132-1A93AE037DE3}" sibTransId="{C4075F17-C06E-4F69-8039-6A6BF7488FA8}"/>
    <dgm:cxn modelId="{C88BF928-BD0D-42D5-B3AE-3FFD206E80CC}" srcId="{A9452A87-0239-4EF3-AAE2-F36AFB808172}" destId="{8E1D77EF-A1F6-4F1D-A48E-3370D1A6212F}" srcOrd="1" destOrd="0" parTransId="{42B3E8E8-F332-4D7D-8EEC-2808AC36FBFA}" sibTransId="{2703EF24-C6C1-459F-8E00-76BA49F5AEEE}"/>
    <dgm:cxn modelId="{9C026430-37D3-4147-8ED2-5BC7C556E1E0}" type="presOf" srcId="{4E031C31-9F06-46B9-8DFC-36FC9FD2EAA9}" destId="{86B6988F-A3CE-47F5-ACF7-4988513729F8}" srcOrd="0" destOrd="0" presId="urn:microsoft.com/office/officeart/2016/7/layout/VerticalSolidActionList"/>
    <dgm:cxn modelId="{1349D541-0548-47DC-923B-B577792258F8}" srcId="{8E1D77EF-A1F6-4F1D-A48E-3370D1A6212F}" destId="{F766607E-60A3-4FD8-A5B2-96910891FBDD}" srcOrd="0" destOrd="0" parTransId="{2E4D7CBE-ED0B-4D4E-9D02-3842B20B8635}" sibTransId="{C8827AF3-126A-4FDD-874F-428E8E5AA527}"/>
    <dgm:cxn modelId="{D5A2A464-8719-4AC9-8FBF-11904B0EB926}" type="presOf" srcId="{F766607E-60A3-4FD8-A5B2-96910891FBDD}" destId="{C504970A-D268-41B5-BA02-5F07EDE7B148}" srcOrd="0" destOrd="0" presId="urn:microsoft.com/office/officeart/2016/7/layout/VerticalSolidActionList"/>
    <dgm:cxn modelId="{CC304769-1B0D-405B-8B12-8ED6BC86D2B4}" type="presOf" srcId="{6952961E-F775-4BE4-B962-282C37F0D43D}" destId="{F3E2E3E0-D023-417B-BC2B-9A00781BB706}" srcOrd="0" destOrd="0" presId="urn:microsoft.com/office/officeart/2016/7/layout/VerticalSolidActionList"/>
    <dgm:cxn modelId="{D909FD4B-E688-4614-A7D6-063745BAC8D6}" srcId="{A9452A87-0239-4EF3-AAE2-F36AFB808172}" destId="{6952961E-F775-4BE4-B962-282C37F0D43D}" srcOrd="2" destOrd="0" parTransId="{4CCAD5F0-7736-4E21-9024-155C6E669989}" sibTransId="{82B5C111-6D86-4343-8BF8-1302EEF45BC3}"/>
    <dgm:cxn modelId="{4E13ED50-94EB-4076-9B5E-390DD0B1B33E}" type="presOf" srcId="{F4DB81BA-D06D-4A74-B4C7-BFCCF27EE13E}" destId="{B46BE4AC-D7F7-420E-9A43-AD9007AD56C8}" srcOrd="0" destOrd="0" presId="urn:microsoft.com/office/officeart/2016/7/layout/VerticalSolidActionList"/>
    <dgm:cxn modelId="{084B5351-65EA-4604-A39A-D4760CD5133D}" type="presOf" srcId="{9D6DE937-A54B-4F9F-B01D-109867980CC9}" destId="{992F4550-3A74-47BF-B5DF-1401E37F03DD}" srcOrd="0" destOrd="0" presId="urn:microsoft.com/office/officeart/2016/7/layout/VerticalSolidActionList"/>
    <dgm:cxn modelId="{CF447284-6308-4553-8C86-BC1D2CB29CF1}" srcId="{6952961E-F775-4BE4-B962-282C37F0D43D}" destId="{4E031C31-9F06-46B9-8DFC-36FC9FD2EAA9}" srcOrd="0" destOrd="0" parTransId="{D9EDB6F4-8052-4DDD-B9A8-065C3AE5477E}" sibTransId="{682DBF01-3120-4EC3-B041-EAB67B278A77}"/>
    <dgm:cxn modelId="{D0148BB9-7BD2-4B09-9FB6-C2C71B11C60D}" type="presOf" srcId="{A9452A87-0239-4EF3-AAE2-F36AFB808172}" destId="{B3441CC4-4370-4210-8F24-DA1F7C86DB72}" srcOrd="0" destOrd="0" presId="urn:microsoft.com/office/officeart/2016/7/layout/VerticalSolidActionList"/>
    <dgm:cxn modelId="{9A424DD2-1B94-4D13-A458-80876C4FB786}" srcId="{F4DB81BA-D06D-4A74-B4C7-BFCCF27EE13E}" destId="{9D6DE937-A54B-4F9F-B01D-109867980CC9}" srcOrd="0" destOrd="0" parTransId="{C2E2059B-1C41-4209-BE56-A3CF678C6CC7}" sibTransId="{E4E218F2-6A78-4D59-AF14-1596C074024D}"/>
    <dgm:cxn modelId="{C8E0AAD8-3404-485A-89FF-4A80FCAA6A62}" type="presOf" srcId="{8E1D77EF-A1F6-4F1D-A48E-3370D1A6212F}" destId="{168990DD-FFA8-4ACC-807D-1684D92D216B}" srcOrd="0" destOrd="0" presId="urn:microsoft.com/office/officeart/2016/7/layout/VerticalSolidActionList"/>
    <dgm:cxn modelId="{A10A91A3-CEF4-4F68-B82B-14444C908EB6}" type="presParOf" srcId="{B3441CC4-4370-4210-8F24-DA1F7C86DB72}" destId="{1E554F95-59FD-4751-8ED5-71BB6C240431}" srcOrd="0" destOrd="0" presId="urn:microsoft.com/office/officeart/2016/7/layout/VerticalSolidActionList"/>
    <dgm:cxn modelId="{E9CB0D0E-F4C4-484A-BEC4-29488086CCD4}" type="presParOf" srcId="{1E554F95-59FD-4751-8ED5-71BB6C240431}" destId="{B46BE4AC-D7F7-420E-9A43-AD9007AD56C8}" srcOrd="0" destOrd="0" presId="urn:microsoft.com/office/officeart/2016/7/layout/VerticalSolidActionList"/>
    <dgm:cxn modelId="{C1039AD8-A636-4EA5-93CF-9E75BCED295B}" type="presParOf" srcId="{1E554F95-59FD-4751-8ED5-71BB6C240431}" destId="{992F4550-3A74-47BF-B5DF-1401E37F03DD}" srcOrd="1" destOrd="0" presId="urn:microsoft.com/office/officeart/2016/7/layout/VerticalSolidActionList"/>
    <dgm:cxn modelId="{620747B2-8B91-4C72-A014-7B27C77F9D0F}" type="presParOf" srcId="{B3441CC4-4370-4210-8F24-DA1F7C86DB72}" destId="{DE3DE8EE-6E82-49D6-9538-D60DB57692D1}" srcOrd="1" destOrd="0" presId="urn:microsoft.com/office/officeart/2016/7/layout/VerticalSolidActionList"/>
    <dgm:cxn modelId="{F68D6A4B-E60D-4FDE-8D40-767CEBDE3180}" type="presParOf" srcId="{B3441CC4-4370-4210-8F24-DA1F7C86DB72}" destId="{3FB7E2F3-B63A-43A6-B1FB-9F943A875790}" srcOrd="2" destOrd="0" presId="urn:microsoft.com/office/officeart/2016/7/layout/VerticalSolidActionList"/>
    <dgm:cxn modelId="{33C2AD81-2A2C-41BA-A639-455AA5670B23}" type="presParOf" srcId="{3FB7E2F3-B63A-43A6-B1FB-9F943A875790}" destId="{168990DD-FFA8-4ACC-807D-1684D92D216B}" srcOrd="0" destOrd="0" presId="urn:microsoft.com/office/officeart/2016/7/layout/VerticalSolidActionList"/>
    <dgm:cxn modelId="{DDB3C132-7D26-49B6-BEBB-868C822DE8DB}" type="presParOf" srcId="{3FB7E2F3-B63A-43A6-B1FB-9F943A875790}" destId="{C504970A-D268-41B5-BA02-5F07EDE7B148}" srcOrd="1" destOrd="0" presId="urn:microsoft.com/office/officeart/2016/7/layout/VerticalSolidActionList"/>
    <dgm:cxn modelId="{8CBE6CA8-FA4C-4721-9AD8-663F000AE42E}" type="presParOf" srcId="{B3441CC4-4370-4210-8F24-DA1F7C86DB72}" destId="{C79E7757-282B-46BB-BA11-97B2FEDEC5B4}" srcOrd="3" destOrd="0" presId="urn:microsoft.com/office/officeart/2016/7/layout/VerticalSolidActionList"/>
    <dgm:cxn modelId="{C91ED565-A171-4F80-8EF5-6528D4D2DA3B}" type="presParOf" srcId="{B3441CC4-4370-4210-8F24-DA1F7C86DB72}" destId="{BEFF10F4-6ABD-4A9D-8555-0951B09C3F80}" srcOrd="4" destOrd="0" presId="urn:microsoft.com/office/officeart/2016/7/layout/VerticalSolidActionList"/>
    <dgm:cxn modelId="{910780FF-2431-4718-AE68-EE9C4DB3D89B}" type="presParOf" srcId="{BEFF10F4-6ABD-4A9D-8555-0951B09C3F80}" destId="{F3E2E3E0-D023-417B-BC2B-9A00781BB706}" srcOrd="0" destOrd="0" presId="urn:microsoft.com/office/officeart/2016/7/layout/VerticalSolidActionList"/>
    <dgm:cxn modelId="{E6ADF81D-CA3B-4982-9742-EFD5FA47FE90}" type="presParOf" srcId="{BEFF10F4-6ABD-4A9D-8555-0951B09C3F80}" destId="{86B6988F-A3CE-47F5-ACF7-4988513729F8}" srcOrd="1" destOrd="0" presId="urn:microsoft.com/office/officeart/2016/7/layout/VerticalSolidAc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E984F7E0-C6B3-42FC-9884-C6B9BDD7EC2A}" type="doc">
      <dgm:prSet loTypeId="urn:microsoft.com/office/officeart/2005/8/layout/vList2" loCatId="list" qsTypeId="urn:microsoft.com/office/officeart/2005/8/quickstyle/simple1" qsCatId="simple" csTypeId="urn:microsoft.com/office/officeart/2005/8/colors/colorful2" csCatId="colorful"/>
      <dgm:spPr/>
      <dgm:t>
        <a:bodyPr/>
        <a:lstStyle/>
        <a:p>
          <a:endParaRPr lang="en-US"/>
        </a:p>
      </dgm:t>
    </dgm:pt>
    <dgm:pt modelId="{45C9A0D7-96AA-4900-9AFA-948C03726E66}">
      <dgm:prSet/>
      <dgm:spPr/>
      <dgm:t>
        <a:bodyPr/>
        <a:lstStyle/>
        <a:p>
          <a:r>
            <a:rPr lang="en-US"/>
            <a:t>PROJECT SCOPE</a:t>
          </a:r>
        </a:p>
      </dgm:t>
    </dgm:pt>
    <dgm:pt modelId="{1D4FD25D-AE3B-40BD-A344-5612C7ACD198}" type="parTrans" cxnId="{ECCBCB49-8DCE-4A81-8C04-A753DAB0D793}">
      <dgm:prSet/>
      <dgm:spPr/>
      <dgm:t>
        <a:bodyPr/>
        <a:lstStyle/>
        <a:p>
          <a:endParaRPr lang="en-US"/>
        </a:p>
      </dgm:t>
    </dgm:pt>
    <dgm:pt modelId="{C65BFA7E-7E50-4CDD-BA8C-90EDE91E8E0C}" type="sibTrans" cxnId="{ECCBCB49-8DCE-4A81-8C04-A753DAB0D793}">
      <dgm:prSet/>
      <dgm:spPr/>
      <dgm:t>
        <a:bodyPr/>
        <a:lstStyle/>
        <a:p>
          <a:endParaRPr lang="en-US"/>
        </a:p>
      </dgm:t>
    </dgm:pt>
    <dgm:pt modelId="{58C4A1CF-78A2-4970-BE52-68366DDBB6D1}">
      <dgm:prSet/>
      <dgm:spPr/>
      <dgm:t>
        <a:bodyPr/>
        <a:lstStyle/>
        <a:p>
          <a:r>
            <a:rPr lang="en-US"/>
            <a:t>The system is developed specifically for Diploma in Computer Science students under the College of Computing and Informatics (CCI) UNITEN.</a:t>
          </a:r>
        </a:p>
      </dgm:t>
    </dgm:pt>
    <dgm:pt modelId="{9ED07C16-2B20-4C20-95FD-678767DDC6B3}" type="parTrans" cxnId="{02EC9DA7-CBCF-459F-9B8F-B3A8261A035C}">
      <dgm:prSet/>
      <dgm:spPr/>
      <dgm:t>
        <a:bodyPr/>
        <a:lstStyle/>
        <a:p>
          <a:endParaRPr lang="en-US"/>
        </a:p>
      </dgm:t>
    </dgm:pt>
    <dgm:pt modelId="{F53ED082-822B-498A-84BC-7457EC4E371E}" type="sibTrans" cxnId="{02EC9DA7-CBCF-459F-9B8F-B3A8261A035C}">
      <dgm:prSet/>
      <dgm:spPr/>
      <dgm:t>
        <a:bodyPr/>
        <a:lstStyle/>
        <a:p>
          <a:endParaRPr lang="en-US"/>
        </a:p>
      </dgm:t>
    </dgm:pt>
    <dgm:pt modelId="{3B12EC44-84F9-4102-A95E-EB0D5A1CC8A8}">
      <dgm:prSet/>
      <dgm:spPr/>
      <dgm:t>
        <a:bodyPr/>
        <a:lstStyle/>
        <a:p>
          <a:r>
            <a:rPr lang="en-US"/>
            <a:t>The system focuses only on internship management process.</a:t>
          </a:r>
        </a:p>
      </dgm:t>
    </dgm:pt>
    <dgm:pt modelId="{14223A4A-0EEC-4C45-93FC-11B74C13A69F}" type="parTrans" cxnId="{8ADE32DF-15C5-4886-80DE-E35F65B59A35}">
      <dgm:prSet/>
      <dgm:spPr/>
      <dgm:t>
        <a:bodyPr/>
        <a:lstStyle/>
        <a:p>
          <a:endParaRPr lang="en-US"/>
        </a:p>
      </dgm:t>
    </dgm:pt>
    <dgm:pt modelId="{75F00E88-A0D0-47CE-B8ED-987958E411AA}" type="sibTrans" cxnId="{8ADE32DF-15C5-4886-80DE-E35F65B59A35}">
      <dgm:prSet/>
      <dgm:spPr/>
      <dgm:t>
        <a:bodyPr/>
        <a:lstStyle/>
        <a:p>
          <a:endParaRPr lang="en-US"/>
        </a:p>
      </dgm:t>
    </dgm:pt>
    <dgm:pt modelId="{99027428-B145-43D3-A65E-5A81794EEDA8}">
      <dgm:prSet/>
      <dgm:spPr/>
      <dgm:t>
        <a:bodyPr/>
        <a:lstStyle/>
        <a:p>
          <a:r>
            <a:rPr lang="en-US"/>
            <a:t>The system support three users: Students, Visiting Lecturers and Program Coordinator (Admin).</a:t>
          </a:r>
        </a:p>
      </dgm:t>
    </dgm:pt>
    <dgm:pt modelId="{A26D6FBC-7192-4092-8E57-BDBAE4ABCA27}" type="parTrans" cxnId="{DA472B2A-C441-48FB-BE4C-9E0F49BB29BA}">
      <dgm:prSet/>
      <dgm:spPr/>
      <dgm:t>
        <a:bodyPr/>
        <a:lstStyle/>
        <a:p>
          <a:endParaRPr lang="en-US"/>
        </a:p>
      </dgm:t>
    </dgm:pt>
    <dgm:pt modelId="{D927EA76-840B-4C03-AE68-E42BFC49C077}" type="sibTrans" cxnId="{DA472B2A-C441-48FB-BE4C-9E0F49BB29BA}">
      <dgm:prSet/>
      <dgm:spPr/>
      <dgm:t>
        <a:bodyPr/>
        <a:lstStyle/>
        <a:p>
          <a:endParaRPr lang="en-US"/>
        </a:p>
      </dgm:t>
    </dgm:pt>
    <dgm:pt modelId="{D92FB3DA-6709-41C1-B7AD-912414D6B2B2}">
      <dgm:prSet/>
      <dgm:spPr/>
      <dgm:t>
        <a:bodyPr/>
        <a:lstStyle/>
        <a:p>
          <a:r>
            <a:rPr lang="en-US"/>
            <a:t>LIMITATIONS</a:t>
          </a:r>
        </a:p>
      </dgm:t>
    </dgm:pt>
    <dgm:pt modelId="{5A1FCB8F-AE1C-4537-B5AD-447F66BE4C9F}" type="parTrans" cxnId="{7CE0E3BB-1963-43FE-9415-3A86A1964CF7}">
      <dgm:prSet/>
      <dgm:spPr/>
      <dgm:t>
        <a:bodyPr/>
        <a:lstStyle/>
        <a:p>
          <a:endParaRPr lang="en-US"/>
        </a:p>
      </dgm:t>
    </dgm:pt>
    <dgm:pt modelId="{661D6E41-9D15-4097-8E98-6F3B447DD53E}" type="sibTrans" cxnId="{7CE0E3BB-1963-43FE-9415-3A86A1964CF7}">
      <dgm:prSet/>
      <dgm:spPr/>
      <dgm:t>
        <a:bodyPr/>
        <a:lstStyle/>
        <a:p>
          <a:endParaRPr lang="en-US"/>
        </a:p>
      </dgm:t>
    </dgm:pt>
    <dgm:pt modelId="{3FBDD4C5-F865-4A9F-8E3D-AB6E04016808}">
      <dgm:prSet/>
      <dgm:spPr/>
      <dgm:t>
        <a:bodyPr/>
        <a:lstStyle/>
        <a:p>
          <a:r>
            <a:rPr lang="en-US"/>
            <a:t>The system is only run on a localhost environment </a:t>
          </a:r>
        </a:p>
      </dgm:t>
    </dgm:pt>
    <dgm:pt modelId="{1B8C86B9-0025-4AB4-B0F4-D967D974D224}" type="parTrans" cxnId="{D224CF45-0DF1-4569-A003-7707E1BA58BF}">
      <dgm:prSet/>
      <dgm:spPr/>
      <dgm:t>
        <a:bodyPr/>
        <a:lstStyle/>
        <a:p>
          <a:endParaRPr lang="en-US"/>
        </a:p>
      </dgm:t>
    </dgm:pt>
    <dgm:pt modelId="{BFD240BC-A31B-493F-AEDB-1C9BCC122387}" type="sibTrans" cxnId="{D224CF45-0DF1-4569-A003-7707E1BA58BF}">
      <dgm:prSet/>
      <dgm:spPr/>
      <dgm:t>
        <a:bodyPr/>
        <a:lstStyle/>
        <a:p>
          <a:endParaRPr lang="en-US"/>
        </a:p>
      </dgm:t>
    </dgm:pt>
    <dgm:pt modelId="{C980D369-B5D7-4165-945E-3F138095C6F5}">
      <dgm:prSet/>
      <dgm:spPr/>
      <dgm:t>
        <a:bodyPr/>
        <a:lstStyle/>
        <a:p>
          <a:r>
            <a:rPr lang="en-US"/>
            <a:t>The system does not support mobile application access.</a:t>
          </a:r>
        </a:p>
      </dgm:t>
    </dgm:pt>
    <dgm:pt modelId="{AE6478C4-EF71-455C-BFA6-65C709BD3866}" type="parTrans" cxnId="{8EDFA0ED-0F6B-4F69-99D8-C3E0CF6CBF93}">
      <dgm:prSet/>
      <dgm:spPr/>
      <dgm:t>
        <a:bodyPr/>
        <a:lstStyle/>
        <a:p>
          <a:endParaRPr lang="en-US"/>
        </a:p>
      </dgm:t>
    </dgm:pt>
    <dgm:pt modelId="{F8814B90-EFBF-418C-930F-AD03FBD9C96C}" type="sibTrans" cxnId="{8EDFA0ED-0F6B-4F69-99D8-C3E0CF6CBF93}">
      <dgm:prSet/>
      <dgm:spPr/>
      <dgm:t>
        <a:bodyPr/>
        <a:lstStyle/>
        <a:p>
          <a:endParaRPr lang="en-US"/>
        </a:p>
      </dgm:t>
    </dgm:pt>
    <dgm:pt modelId="{2DA1EE1B-227B-4757-BBED-511A4F7DD417}">
      <dgm:prSet/>
      <dgm:spPr/>
      <dgm:t>
        <a:bodyPr/>
        <a:lstStyle/>
        <a:p>
          <a:r>
            <a:rPr lang="en-US"/>
            <a:t>Email notification and real-time messaging features are not yet to be implemented</a:t>
          </a:r>
        </a:p>
      </dgm:t>
    </dgm:pt>
    <dgm:pt modelId="{D1436347-F33D-4D12-9B35-FB36167CE1D6}" type="parTrans" cxnId="{412FB30A-1F68-4257-B58B-64ED8CFC0D16}">
      <dgm:prSet/>
      <dgm:spPr/>
      <dgm:t>
        <a:bodyPr/>
        <a:lstStyle/>
        <a:p>
          <a:endParaRPr lang="en-US"/>
        </a:p>
      </dgm:t>
    </dgm:pt>
    <dgm:pt modelId="{31420062-D388-4E9F-B547-41C427C0AECC}" type="sibTrans" cxnId="{412FB30A-1F68-4257-B58B-64ED8CFC0D16}">
      <dgm:prSet/>
      <dgm:spPr/>
      <dgm:t>
        <a:bodyPr/>
        <a:lstStyle/>
        <a:p>
          <a:endParaRPr lang="en-US"/>
        </a:p>
      </dgm:t>
    </dgm:pt>
    <dgm:pt modelId="{99FF7C43-7F1D-41DB-ACEA-F870BFBCC0D5}" type="pres">
      <dgm:prSet presAssocID="{E984F7E0-C6B3-42FC-9884-C6B9BDD7EC2A}" presName="linear" presStyleCnt="0">
        <dgm:presLayoutVars>
          <dgm:animLvl val="lvl"/>
          <dgm:resizeHandles val="exact"/>
        </dgm:presLayoutVars>
      </dgm:prSet>
      <dgm:spPr/>
    </dgm:pt>
    <dgm:pt modelId="{48C3892B-D241-4B9B-993D-D314B72A3580}" type="pres">
      <dgm:prSet presAssocID="{45C9A0D7-96AA-4900-9AFA-948C03726E66}" presName="parentText" presStyleLbl="node1" presStyleIdx="0" presStyleCnt="2">
        <dgm:presLayoutVars>
          <dgm:chMax val="0"/>
          <dgm:bulletEnabled val="1"/>
        </dgm:presLayoutVars>
      </dgm:prSet>
      <dgm:spPr/>
    </dgm:pt>
    <dgm:pt modelId="{FF26B445-A097-41BC-801A-967235E7E4DC}" type="pres">
      <dgm:prSet presAssocID="{45C9A0D7-96AA-4900-9AFA-948C03726E66}" presName="childText" presStyleLbl="revTx" presStyleIdx="0" presStyleCnt="2">
        <dgm:presLayoutVars>
          <dgm:bulletEnabled val="1"/>
        </dgm:presLayoutVars>
      </dgm:prSet>
      <dgm:spPr/>
    </dgm:pt>
    <dgm:pt modelId="{711FD9C8-A16E-4455-B8F7-CBAA5C6EA01E}" type="pres">
      <dgm:prSet presAssocID="{D92FB3DA-6709-41C1-B7AD-912414D6B2B2}" presName="parentText" presStyleLbl="node1" presStyleIdx="1" presStyleCnt="2">
        <dgm:presLayoutVars>
          <dgm:chMax val="0"/>
          <dgm:bulletEnabled val="1"/>
        </dgm:presLayoutVars>
      </dgm:prSet>
      <dgm:spPr/>
    </dgm:pt>
    <dgm:pt modelId="{6C5A8236-B8B3-4BD1-9DC9-EFE5B64C10DA}" type="pres">
      <dgm:prSet presAssocID="{D92FB3DA-6709-41C1-B7AD-912414D6B2B2}" presName="childText" presStyleLbl="revTx" presStyleIdx="1" presStyleCnt="2">
        <dgm:presLayoutVars>
          <dgm:bulletEnabled val="1"/>
        </dgm:presLayoutVars>
      </dgm:prSet>
      <dgm:spPr/>
    </dgm:pt>
  </dgm:ptLst>
  <dgm:cxnLst>
    <dgm:cxn modelId="{412FB30A-1F68-4257-B58B-64ED8CFC0D16}" srcId="{D92FB3DA-6709-41C1-B7AD-912414D6B2B2}" destId="{2DA1EE1B-227B-4757-BBED-511A4F7DD417}" srcOrd="2" destOrd="0" parTransId="{D1436347-F33D-4D12-9B35-FB36167CE1D6}" sibTransId="{31420062-D388-4E9F-B547-41C427C0AECC}"/>
    <dgm:cxn modelId="{38BD6B11-3540-416B-ACFF-B6A437BACD51}" type="presOf" srcId="{2DA1EE1B-227B-4757-BBED-511A4F7DD417}" destId="{6C5A8236-B8B3-4BD1-9DC9-EFE5B64C10DA}" srcOrd="0" destOrd="2" presId="urn:microsoft.com/office/officeart/2005/8/layout/vList2"/>
    <dgm:cxn modelId="{86441215-29EB-446E-B9DB-05C7CC55B002}" type="presOf" srcId="{E984F7E0-C6B3-42FC-9884-C6B9BDD7EC2A}" destId="{99FF7C43-7F1D-41DB-ACEA-F870BFBCC0D5}" srcOrd="0" destOrd="0" presId="urn:microsoft.com/office/officeart/2005/8/layout/vList2"/>
    <dgm:cxn modelId="{DA472B2A-C441-48FB-BE4C-9E0F49BB29BA}" srcId="{45C9A0D7-96AA-4900-9AFA-948C03726E66}" destId="{99027428-B145-43D3-A65E-5A81794EEDA8}" srcOrd="2" destOrd="0" parTransId="{A26D6FBC-7192-4092-8E57-BDBAE4ABCA27}" sibTransId="{D927EA76-840B-4C03-AE68-E42BFC49C077}"/>
    <dgm:cxn modelId="{011D405C-1743-49ED-94A5-EC3C8D44BAF0}" type="presOf" srcId="{45C9A0D7-96AA-4900-9AFA-948C03726E66}" destId="{48C3892B-D241-4B9B-993D-D314B72A3580}" srcOrd="0" destOrd="0" presId="urn:microsoft.com/office/officeart/2005/8/layout/vList2"/>
    <dgm:cxn modelId="{0BC8D35F-9CFA-4C6F-B6BD-69D89BB095D4}" type="presOf" srcId="{58C4A1CF-78A2-4970-BE52-68366DDBB6D1}" destId="{FF26B445-A097-41BC-801A-967235E7E4DC}" srcOrd="0" destOrd="0" presId="urn:microsoft.com/office/officeart/2005/8/layout/vList2"/>
    <dgm:cxn modelId="{D224CF45-0DF1-4569-A003-7707E1BA58BF}" srcId="{D92FB3DA-6709-41C1-B7AD-912414D6B2B2}" destId="{3FBDD4C5-F865-4A9F-8E3D-AB6E04016808}" srcOrd="0" destOrd="0" parTransId="{1B8C86B9-0025-4AB4-B0F4-D967D974D224}" sibTransId="{BFD240BC-A31B-493F-AEDB-1C9BCC122387}"/>
    <dgm:cxn modelId="{ECCBCB49-8DCE-4A81-8C04-A753DAB0D793}" srcId="{E984F7E0-C6B3-42FC-9884-C6B9BDD7EC2A}" destId="{45C9A0D7-96AA-4900-9AFA-948C03726E66}" srcOrd="0" destOrd="0" parTransId="{1D4FD25D-AE3B-40BD-A344-5612C7ACD198}" sibTransId="{C65BFA7E-7E50-4CDD-BA8C-90EDE91E8E0C}"/>
    <dgm:cxn modelId="{0844D482-0DCE-4C23-9F9F-9649F9822E2F}" type="presOf" srcId="{3FBDD4C5-F865-4A9F-8E3D-AB6E04016808}" destId="{6C5A8236-B8B3-4BD1-9DC9-EFE5B64C10DA}" srcOrd="0" destOrd="0" presId="urn:microsoft.com/office/officeart/2005/8/layout/vList2"/>
    <dgm:cxn modelId="{02EC9DA7-CBCF-459F-9B8F-B3A8261A035C}" srcId="{45C9A0D7-96AA-4900-9AFA-948C03726E66}" destId="{58C4A1CF-78A2-4970-BE52-68366DDBB6D1}" srcOrd="0" destOrd="0" parTransId="{9ED07C16-2B20-4C20-95FD-678767DDC6B3}" sibTransId="{F53ED082-822B-498A-84BC-7457EC4E371E}"/>
    <dgm:cxn modelId="{7CE0E3BB-1963-43FE-9415-3A86A1964CF7}" srcId="{E984F7E0-C6B3-42FC-9884-C6B9BDD7EC2A}" destId="{D92FB3DA-6709-41C1-B7AD-912414D6B2B2}" srcOrd="1" destOrd="0" parTransId="{5A1FCB8F-AE1C-4537-B5AD-447F66BE4C9F}" sibTransId="{661D6E41-9D15-4097-8E98-6F3B447DD53E}"/>
    <dgm:cxn modelId="{70A9EFCC-DB07-4614-A079-92C0F51633CD}" type="presOf" srcId="{D92FB3DA-6709-41C1-B7AD-912414D6B2B2}" destId="{711FD9C8-A16E-4455-B8F7-CBAA5C6EA01E}" srcOrd="0" destOrd="0" presId="urn:microsoft.com/office/officeart/2005/8/layout/vList2"/>
    <dgm:cxn modelId="{61191DD3-7646-4FE1-B61A-612DC1DD8CCF}" type="presOf" srcId="{3B12EC44-84F9-4102-A95E-EB0D5A1CC8A8}" destId="{FF26B445-A097-41BC-801A-967235E7E4DC}" srcOrd="0" destOrd="1" presId="urn:microsoft.com/office/officeart/2005/8/layout/vList2"/>
    <dgm:cxn modelId="{8ADE32DF-15C5-4886-80DE-E35F65B59A35}" srcId="{45C9A0D7-96AA-4900-9AFA-948C03726E66}" destId="{3B12EC44-84F9-4102-A95E-EB0D5A1CC8A8}" srcOrd="1" destOrd="0" parTransId="{14223A4A-0EEC-4C45-93FC-11B74C13A69F}" sibTransId="{75F00E88-A0D0-47CE-B8ED-987958E411AA}"/>
    <dgm:cxn modelId="{FD94D2E4-759B-422D-8D3B-3761CC240AE4}" type="presOf" srcId="{99027428-B145-43D3-A65E-5A81794EEDA8}" destId="{FF26B445-A097-41BC-801A-967235E7E4DC}" srcOrd="0" destOrd="2" presId="urn:microsoft.com/office/officeart/2005/8/layout/vList2"/>
    <dgm:cxn modelId="{8EDFA0ED-0F6B-4F69-99D8-C3E0CF6CBF93}" srcId="{D92FB3DA-6709-41C1-B7AD-912414D6B2B2}" destId="{C980D369-B5D7-4165-945E-3F138095C6F5}" srcOrd="1" destOrd="0" parTransId="{AE6478C4-EF71-455C-BFA6-65C709BD3866}" sibTransId="{F8814B90-EFBF-418C-930F-AD03FBD9C96C}"/>
    <dgm:cxn modelId="{F1E74AF0-6F3B-46EE-8E18-8904C6C9F028}" type="presOf" srcId="{C980D369-B5D7-4165-945E-3F138095C6F5}" destId="{6C5A8236-B8B3-4BD1-9DC9-EFE5B64C10DA}" srcOrd="0" destOrd="1" presId="urn:microsoft.com/office/officeart/2005/8/layout/vList2"/>
    <dgm:cxn modelId="{77648C53-4EF1-4D6A-858D-85ECF123A54E}" type="presParOf" srcId="{99FF7C43-7F1D-41DB-ACEA-F870BFBCC0D5}" destId="{48C3892B-D241-4B9B-993D-D314B72A3580}" srcOrd="0" destOrd="0" presId="urn:microsoft.com/office/officeart/2005/8/layout/vList2"/>
    <dgm:cxn modelId="{D887FC20-C17F-4867-8947-526AFEAF841D}" type="presParOf" srcId="{99FF7C43-7F1D-41DB-ACEA-F870BFBCC0D5}" destId="{FF26B445-A097-41BC-801A-967235E7E4DC}" srcOrd="1" destOrd="0" presId="urn:microsoft.com/office/officeart/2005/8/layout/vList2"/>
    <dgm:cxn modelId="{B8B4DFB5-087B-4A01-917E-5657B86617E5}" type="presParOf" srcId="{99FF7C43-7F1D-41DB-ACEA-F870BFBCC0D5}" destId="{711FD9C8-A16E-4455-B8F7-CBAA5C6EA01E}" srcOrd="2" destOrd="0" presId="urn:microsoft.com/office/officeart/2005/8/layout/vList2"/>
    <dgm:cxn modelId="{AFD3030B-B9DA-4C54-A93F-F505954B76CB}" type="presParOf" srcId="{99FF7C43-7F1D-41DB-ACEA-F870BFBCC0D5}" destId="{6C5A8236-B8B3-4BD1-9DC9-EFE5B64C10DA}" srcOrd="3"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92F4550-3A74-47BF-B5DF-1401E37F03DD}">
      <dsp:nvSpPr>
        <dsp:cNvPr id="0" name=""/>
        <dsp:cNvSpPr/>
      </dsp:nvSpPr>
      <dsp:spPr>
        <a:xfrm>
          <a:off x="846296" y="1537"/>
          <a:ext cx="3385184" cy="1576337"/>
        </a:xfrm>
        <a:prstGeom prst="rect">
          <a:avLst/>
        </a:prstGeom>
        <a:solidFill>
          <a:schemeClr val="accent2">
            <a:tint val="40000"/>
            <a:alpha val="90000"/>
            <a:hueOff val="0"/>
            <a:satOff val="0"/>
            <a:lumOff val="0"/>
            <a:alphaOff val="0"/>
          </a:schemeClr>
        </a:solidFill>
        <a:ln w="15875" cap="flat" cmpd="sng" algn="ctr">
          <a:solidFill>
            <a:schemeClr val="accent2">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82" tIns="400390" rIns="65682" bIns="400390" numCol="1" spcCol="1270" anchor="ctr" anchorCtr="0">
          <a:noAutofit/>
        </a:bodyPr>
        <a:lstStyle/>
        <a:p>
          <a:pPr marL="0" lvl="0" indent="0" algn="l" defTabSz="711200">
            <a:lnSpc>
              <a:spcPct val="90000"/>
            </a:lnSpc>
            <a:spcBef>
              <a:spcPct val="0"/>
            </a:spcBef>
            <a:spcAft>
              <a:spcPct val="35000"/>
            </a:spcAft>
            <a:buNone/>
          </a:pPr>
          <a:r>
            <a:rPr lang="en-US" sz="1600" kern="1200"/>
            <a:t>Objective 1: Provide a centralized platform for internship students</a:t>
          </a:r>
        </a:p>
      </dsp:txBody>
      <dsp:txXfrm>
        <a:off x="846296" y="1537"/>
        <a:ext cx="3385184" cy="1576337"/>
      </dsp:txXfrm>
    </dsp:sp>
    <dsp:sp modelId="{B46BE4AC-D7F7-420E-9A43-AD9007AD56C8}">
      <dsp:nvSpPr>
        <dsp:cNvPr id="0" name=""/>
        <dsp:cNvSpPr/>
      </dsp:nvSpPr>
      <dsp:spPr>
        <a:xfrm>
          <a:off x="0" y="1537"/>
          <a:ext cx="846296" cy="1576337"/>
        </a:xfrm>
        <a:prstGeom prst="rect">
          <a:avLst/>
        </a:prstGeom>
        <a:solidFill>
          <a:schemeClr val="accent2">
            <a:hueOff val="0"/>
            <a:satOff val="0"/>
            <a:lumOff val="0"/>
            <a:alphaOff val="0"/>
          </a:schemeClr>
        </a:solidFill>
        <a:ln w="15875" cap="flat" cmpd="sng" algn="ctr">
          <a:solidFill>
            <a:schemeClr val="accent2">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83" tIns="155707" rIns="44783" bIns="155707" numCol="1" spcCol="1270" anchor="ctr" anchorCtr="0">
          <a:noAutofit/>
        </a:bodyPr>
        <a:lstStyle/>
        <a:p>
          <a:pPr marL="0" lvl="0" indent="0" algn="ctr" defTabSz="844550">
            <a:lnSpc>
              <a:spcPct val="90000"/>
            </a:lnSpc>
            <a:spcBef>
              <a:spcPct val="0"/>
            </a:spcBef>
            <a:spcAft>
              <a:spcPct val="35000"/>
            </a:spcAft>
            <a:buNone/>
          </a:pPr>
          <a:r>
            <a:rPr lang="en-US" sz="1900" kern="1200"/>
            <a:t>Provide</a:t>
          </a:r>
        </a:p>
      </dsp:txBody>
      <dsp:txXfrm>
        <a:off x="0" y="1537"/>
        <a:ext cx="846296" cy="1576337"/>
      </dsp:txXfrm>
    </dsp:sp>
    <dsp:sp modelId="{C504970A-D268-41B5-BA02-5F07EDE7B148}">
      <dsp:nvSpPr>
        <dsp:cNvPr id="0" name=""/>
        <dsp:cNvSpPr/>
      </dsp:nvSpPr>
      <dsp:spPr>
        <a:xfrm>
          <a:off x="846296" y="1672456"/>
          <a:ext cx="3385184" cy="1576337"/>
        </a:xfrm>
        <a:prstGeom prst="rect">
          <a:avLst/>
        </a:prstGeom>
        <a:solidFill>
          <a:schemeClr val="accent3">
            <a:tint val="40000"/>
            <a:alpha val="90000"/>
            <a:hueOff val="0"/>
            <a:satOff val="0"/>
            <a:lumOff val="0"/>
            <a:alphaOff val="0"/>
          </a:schemeClr>
        </a:solidFill>
        <a:ln w="15875" cap="flat" cmpd="sng" algn="ctr">
          <a:solidFill>
            <a:schemeClr val="accent3">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82" tIns="400390" rIns="65682" bIns="400390" numCol="1" spcCol="1270" anchor="ctr" anchorCtr="0">
          <a:noAutofit/>
        </a:bodyPr>
        <a:lstStyle/>
        <a:p>
          <a:pPr marL="0" lvl="0" indent="0" algn="l" defTabSz="711200">
            <a:lnSpc>
              <a:spcPct val="90000"/>
            </a:lnSpc>
            <a:spcBef>
              <a:spcPct val="0"/>
            </a:spcBef>
            <a:spcAft>
              <a:spcPct val="35000"/>
            </a:spcAft>
            <a:buNone/>
          </a:pPr>
          <a:r>
            <a:rPr lang="en-US" sz="1600" kern="1200"/>
            <a:t>Objective 2: Provide a user-oriented and systematic system for visiting lecturers.</a:t>
          </a:r>
        </a:p>
      </dsp:txBody>
      <dsp:txXfrm>
        <a:off x="846296" y="1672456"/>
        <a:ext cx="3385184" cy="1576337"/>
      </dsp:txXfrm>
    </dsp:sp>
    <dsp:sp modelId="{168990DD-FFA8-4ACC-807D-1684D92D216B}">
      <dsp:nvSpPr>
        <dsp:cNvPr id="0" name=""/>
        <dsp:cNvSpPr/>
      </dsp:nvSpPr>
      <dsp:spPr>
        <a:xfrm>
          <a:off x="0" y="1672456"/>
          <a:ext cx="846296" cy="1576337"/>
        </a:xfrm>
        <a:prstGeom prst="rect">
          <a:avLst/>
        </a:prstGeom>
        <a:solidFill>
          <a:schemeClr val="accent3">
            <a:hueOff val="0"/>
            <a:satOff val="0"/>
            <a:lumOff val="0"/>
            <a:alphaOff val="0"/>
          </a:schemeClr>
        </a:solidFill>
        <a:ln w="15875" cap="flat" cmpd="sng" algn="ctr">
          <a:solidFill>
            <a:schemeClr val="accent3">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83" tIns="155707" rIns="44783" bIns="155707" numCol="1" spcCol="1270" anchor="ctr" anchorCtr="0">
          <a:noAutofit/>
        </a:bodyPr>
        <a:lstStyle/>
        <a:p>
          <a:pPr marL="0" lvl="0" indent="0" algn="ctr" defTabSz="844550">
            <a:lnSpc>
              <a:spcPct val="90000"/>
            </a:lnSpc>
            <a:spcBef>
              <a:spcPct val="0"/>
            </a:spcBef>
            <a:spcAft>
              <a:spcPct val="35000"/>
            </a:spcAft>
            <a:buNone/>
          </a:pPr>
          <a:r>
            <a:rPr lang="en-US" sz="1900" kern="1200"/>
            <a:t>Provide</a:t>
          </a:r>
        </a:p>
      </dsp:txBody>
      <dsp:txXfrm>
        <a:off x="0" y="1672456"/>
        <a:ext cx="846296" cy="1576337"/>
      </dsp:txXfrm>
    </dsp:sp>
    <dsp:sp modelId="{86B6988F-A3CE-47F5-ACF7-4988513729F8}">
      <dsp:nvSpPr>
        <dsp:cNvPr id="0" name=""/>
        <dsp:cNvSpPr/>
      </dsp:nvSpPr>
      <dsp:spPr>
        <a:xfrm>
          <a:off x="846296" y="3343374"/>
          <a:ext cx="3385184" cy="1576337"/>
        </a:xfrm>
        <a:prstGeom prst="rect">
          <a:avLst/>
        </a:prstGeom>
        <a:solidFill>
          <a:schemeClr val="accent4">
            <a:tint val="40000"/>
            <a:alpha val="90000"/>
            <a:hueOff val="0"/>
            <a:satOff val="0"/>
            <a:lumOff val="0"/>
            <a:alphaOff val="0"/>
          </a:schemeClr>
        </a:solidFill>
        <a:ln w="15875" cap="flat" cmpd="sng" algn="ctr">
          <a:solidFill>
            <a:schemeClr val="accent4">
              <a:tint val="40000"/>
              <a:alpha val="9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65682" tIns="400390" rIns="65682" bIns="400390" numCol="1" spcCol="1270" anchor="ctr" anchorCtr="0">
          <a:noAutofit/>
        </a:bodyPr>
        <a:lstStyle/>
        <a:p>
          <a:pPr marL="0" lvl="0" indent="0" algn="l" defTabSz="711200">
            <a:lnSpc>
              <a:spcPct val="90000"/>
            </a:lnSpc>
            <a:spcBef>
              <a:spcPct val="0"/>
            </a:spcBef>
            <a:spcAft>
              <a:spcPct val="35000"/>
            </a:spcAft>
            <a:buNone/>
          </a:pPr>
          <a:r>
            <a:rPr lang="en-US" sz="1600" kern="1200"/>
            <a:t>Objective 3: Provide a user-friendly and systematic management system for program coordinator.</a:t>
          </a:r>
        </a:p>
      </dsp:txBody>
      <dsp:txXfrm>
        <a:off x="846296" y="3343374"/>
        <a:ext cx="3385184" cy="1576337"/>
      </dsp:txXfrm>
    </dsp:sp>
    <dsp:sp modelId="{F3E2E3E0-D023-417B-BC2B-9A00781BB706}">
      <dsp:nvSpPr>
        <dsp:cNvPr id="0" name=""/>
        <dsp:cNvSpPr/>
      </dsp:nvSpPr>
      <dsp:spPr>
        <a:xfrm>
          <a:off x="0" y="3343374"/>
          <a:ext cx="846296" cy="1576337"/>
        </a:xfrm>
        <a:prstGeom prst="rect">
          <a:avLst/>
        </a:prstGeom>
        <a:solidFill>
          <a:schemeClr val="accent4">
            <a:hueOff val="0"/>
            <a:satOff val="0"/>
            <a:lumOff val="0"/>
            <a:alphaOff val="0"/>
          </a:schemeClr>
        </a:solidFill>
        <a:ln w="15875" cap="flat" cmpd="sng" algn="ctr">
          <a:solidFill>
            <a:schemeClr val="accent4">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4783" tIns="155707" rIns="44783" bIns="155707" numCol="1" spcCol="1270" anchor="ctr" anchorCtr="0">
          <a:noAutofit/>
        </a:bodyPr>
        <a:lstStyle/>
        <a:p>
          <a:pPr marL="0" lvl="0" indent="0" algn="ctr" defTabSz="844550">
            <a:lnSpc>
              <a:spcPct val="90000"/>
            </a:lnSpc>
            <a:spcBef>
              <a:spcPct val="0"/>
            </a:spcBef>
            <a:spcAft>
              <a:spcPct val="35000"/>
            </a:spcAft>
            <a:buNone/>
          </a:pPr>
          <a:r>
            <a:rPr lang="en-US" sz="1900" kern="1200"/>
            <a:t>Provide</a:t>
          </a:r>
        </a:p>
      </dsp:txBody>
      <dsp:txXfrm>
        <a:off x="0" y="3343374"/>
        <a:ext cx="846296" cy="157633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C3892B-D241-4B9B-993D-D314B72A3580}">
      <dsp:nvSpPr>
        <dsp:cNvPr id="0" name=""/>
        <dsp:cNvSpPr/>
      </dsp:nvSpPr>
      <dsp:spPr>
        <a:xfrm>
          <a:off x="0" y="194019"/>
          <a:ext cx="4231481" cy="501930"/>
        </a:xfrm>
        <a:prstGeom prst="roundRect">
          <a:avLst/>
        </a:prstGeom>
        <a:solidFill>
          <a:schemeClr val="accent2">
            <a:hueOff val="0"/>
            <a:satOff val="0"/>
            <a:lumOff val="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PROJECT SCOPE</a:t>
          </a:r>
        </a:p>
      </dsp:txBody>
      <dsp:txXfrm>
        <a:off x="24502" y="218521"/>
        <a:ext cx="4182477" cy="452926"/>
      </dsp:txXfrm>
    </dsp:sp>
    <dsp:sp modelId="{FF26B445-A097-41BC-801A-967235E7E4DC}">
      <dsp:nvSpPr>
        <dsp:cNvPr id="0" name=""/>
        <dsp:cNvSpPr/>
      </dsp:nvSpPr>
      <dsp:spPr>
        <a:xfrm>
          <a:off x="0" y="695949"/>
          <a:ext cx="4231481" cy="209484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5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The system is developed specifically for Diploma in Computer Science students under the College of Computing and Informatics (CCI) UNITEN.</a:t>
          </a:r>
        </a:p>
        <a:p>
          <a:pPr marL="171450" lvl="1" indent="-171450" algn="l" defTabSz="755650">
            <a:lnSpc>
              <a:spcPct val="90000"/>
            </a:lnSpc>
            <a:spcBef>
              <a:spcPct val="0"/>
            </a:spcBef>
            <a:spcAft>
              <a:spcPct val="20000"/>
            </a:spcAft>
            <a:buChar char="•"/>
          </a:pPr>
          <a:r>
            <a:rPr lang="en-US" sz="1700" kern="1200"/>
            <a:t>The system focuses only on internship management process.</a:t>
          </a:r>
        </a:p>
        <a:p>
          <a:pPr marL="171450" lvl="1" indent="-171450" algn="l" defTabSz="755650">
            <a:lnSpc>
              <a:spcPct val="90000"/>
            </a:lnSpc>
            <a:spcBef>
              <a:spcPct val="0"/>
            </a:spcBef>
            <a:spcAft>
              <a:spcPct val="20000"/>
            </a:spcAft>
            <a:buChar char="•"/>
          </a:pPr>
          <a:r>
            <a:rPr lang="en-US" sz="1700" kern="1200"/>
            <a:t>The system support three users: Students, Visiting Lecturers and Program Coordinator (Admin).</a:t>
          </a:r>
        </a:p>
      </dsp:txBody>
      <dsp:txXfrm>
        <a:off x="0" y="695949"/>
        <a:ext cx="4231481" cy="2094840"/>
      </dsp:txXfrm>
    </dsp:sp>
    <dsp:sp modelId="{711FD9C8-A16E-4455-B8F7-CBAA5C6EA01E}">
      <dsp:nvSpPr>
        <dsp:cNvPr id="0" name=""/>
        <dsp:cNvSpPr/>
      </dsp:nvSpPr>
      <dsp:spPr>
        <a:xfrm>
          <a:off x="0" y="2790790"/>
          <a:ext cx="4231481" cy="501930"/>
        </a:xfrm>
        <a:prstGeom prst="roundRect">
          <a:avLst/>
        </a:prstGeom>
        <a:solidFill>
          <a:schemeClr val="accent2">
            <a:hueOff val="-7341125"/>
            <a:satOff val="32393"/>
            <a:lumOff val="-5490"/>
            <a:alphaOff val="0"/>
          </a:schemeClr>
        </a:solidFill>
        <a:ln w="15875"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83820" tIns="83820" rIns="83820" bIns="83820" numCol="1" spcCol="1270" anchor="ctr" anchorCtr="0">
          <a:noAutofit/>
        </a:bodyPr>
        <a:lstStyle/>
        <a:p>
          <a:pPr marL="0" lvl="0" indent="0" algn="l" defTabSz="977900">
            <a:lnSpc>
              <a:spcPct val="90000"/>
            </a:lnSpc>
            <a:spcBef>
              <a:spcPct val="0"/>
            </a:spcBef>
            <a:spcAft>
              <a:spcPct val="35000"/>
            </a:spcAft>
            <a:buNone/>
          </a:pPr>
          <a:r>
            <a:rPr lang="en-US" sz="2200" kern="1200"/>
            <a:t>LIMITATIONS</a:t>
          </a:r>
        </a:p>
      </dsp:txBody>
      <dsp:txXfrm>
        <a:off x="24502" y="2815292"/>
        <a:ext cx="4182477" cy="452926"/>
      </dsp:txXfrm>
    </dsp:sp>
    <dsp:sp modelId="{6C5A8236-B8B3-4BD1-9DC9-EFE5B64C10DA}">
      <dsp:nvSpPr>
        <dsp:cNvPr id="0" name=""/>
        <dsp:cNvSpPr/>
      </dsp:nvSpPr>
      <dsp:spPr>
        <a:xfrm>
          <a:off x="0" y="3292720"/>
          <a:ext cx="4231481" cy="14345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34350" tIns="27940" rIns="156464" bIns="27940" numCol="1" spcCol="1270" anchor="t" anchorCtr="0">
          <a:noAutofit/>
        </a:bodyPr>
        <a:lstStyle/>
        <a:p>
          <a:pPr marL="171450" lvl="1" indent="-171450" algn="l" defTabSz="755650">
            <a:lnSpc>
              <a:spcPct val="90000"/>
            </a:lnSpc>
            <a:spcBef>
              <a:spcPct val="0"/>
            </a:spcBef>
            <a:spcAft>
              <a:spcPct val="20000"/>
            </a:spcAft>
            <a:buChar char="•"/>
          </a:pPr>
          <a:r>
            <a:rPr lang="en-US" sz="1700" kern="1200"/>
            <a:t>The system is only run on a localhost environment </a:t>
          </a:r>
        </a:p>
        <a:p>
          <a:pPr marL="171450" lvl="1" indent="-171450" algn="l" defTabSz="755650">
            <a:lnSpc>
              <a:spcPct val="90000"/>
            </a:lnSpc>
            <a:spcBef>
              <a:spcPct val="0"/>
            </a:spcBef>
            <a:spcAft>
              <a:spcPct val="20000"/>
            </a:spcAft>
            <a:buChar char="•"/>
          </a:pPr>
          <a:r>
            <a:rPr lang="en-US" sz="1700" kern="1200"/>
            <a:t>The system does not support mobile application access.</a:t>
          </a:r>
        </a:p>
        <a:p>
          <a:pPr marL="171450" lvl="1" indent="-171450" algn="l" defTabSz="755650">
            <a:lnSpc>
              <a:spcPct val="90000"/>
            </a:lnSpc>
            <a:spcBef>
              <a:spcPct val="0"/>
            </a:spcBef>
            <a:spcAft>
              <a:spcPct val="20000"/>
            </a:spcAft>
            <a:buChar char="•"/>
          </a:pPr>
          <a:r>
            <a:rPr lang="en-US" sz="1700" kern="1200"/>
            <a:t>Email notification and real-time messaging features are not yet to be implemented</a:t>
          </a:r>
        </a:p>
      </dsp:txBody>
      <dsp:txXfrm>
        <a:off x="0" y="3292720"/>
        <a:ext cx="4231481" cy="1434510"/>
      </dsp:txXfrm>
    </dsp:sp>
  </dsp:spTree>
</dsp:drawing>
</file>

<file path=ppt/diagrams/layout1.xml><?xml version="1.0" encoding="utf-8"?>
<dgm:layoutDef xmlns:dgm="http://schemas.openxmlformats.org/drawingml/2006/diagram" xmlns:a="http://schemas.openxmlformats.org/drawingml/2006/main" uniqueId="urn:microsoft.com/office/officeart/2016/7/layout/VerticalSolidActionList">
  <dgm:title val="Vertical Solid Action List"/>
  <dgm:desc val="Use to show non-sequential or grouped lists of information. Works well with large amounts of text. All text has the same level of emphasis, and direction is not implied."/>
  <dgm:catLst>
    <dgm:cat type="list"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 modelId="5">
          <dgm:prSet phldr="1"/>
        </dgm:pt>
        <dgm:pt modelId="51">
          <dgm:prSet phldr="1"/>
        </dgm:pt>
      </dgm:ptLst>
      <dgm:cxnLst>
        <dgm:cxn modelId="4" srcId="0" destId="1" srcOrd="0" destOrd="0"/>
        <dgm:cxn modelId="5" srcId="0" destId="2" srcOrd="1" destOrd="0"/>
        <dgm:cxn modelId="6" srcId="0" destId="3" srcOrd="2" destOrd="0"/>
        <dgm:cxn modelId="7" srcId="0" destId="4" srcOrd="3" destOrd="0"/>
        <dgm:cxn modelId="8" srcId="0" destId="5" srcOrd="4" destOrd="0"/>
        <dgm:cxn modelId="13" srcId="1" destId="11" srcOrd="0" destOrd="0"/>
        <dgm:cxn modelId="23" srcId="2" destId="21" srcOrd="0" destOrd="0"/>
        <dgm:cxn modelId="33" srcId="3" destId="31" srcOrd="0" destOrd="0"/>
        <dgm:cxn modelId="43" srcId="4" destId="41" srcOrd="0" destOrd="0"/>
        <dgm:cxn modelId="53" srcId="5" destId="5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6"/>
      <dgm:constr type="primFontSz" for="des" forName="parentText" op="equ" val="28"/>
      <dgm:constr type="primFontSz" for="des" forName="descendantText" refType="primFontSz" refFor="des" refForName="parentText" op="lte" fact="0.82"/>
      <dgm:constr type="primFontSz" for="des" forName="parentText" refType="primFontSz" refFor="des" refForName="descendantText" op="lte" fact="1.25"/>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2"/>
          <dgm:constr type="w" for="ch" forName="descendantText" refType="w" fact="0.8"/>
          <dgm:constr type="h" for="ch" forName="parentText" refType="h"/>
          <dgm:constr type="h" for="ch" forName="descendantText" refType="h" refFor="ch" refForName="parentText"/>
        </dgm:constrLst>
        <dgm:ruleLst/>
        <dgm:layoutNode name="parentText" styleLbl="alignNode1">
          <dgm:varLst>
            <dgm:chMax val="1"/>
            <dgm:bulletEnabled/>
          </dgm:varLst>
          <dgm:alg type="tx"/>
          <dgm:shape xmlns:r="http://schemas.openxmlformats.org/officeDocument/2006/relationships" type="rect" r:blip="" zOrderOff="3">
            <dgm:adjLst/>
          </dgm:shape>
          <dgm:presOf axis="self" ptType="node"/>
          <dgm:constrLst>
            <dgm:constr type="tMarg" refType="h" fact="0.28"/>
            <dgm:constr type="bMarg" refType="h" fact="0.28"/>
            <dgm:constr type="lMarg" refType="w" fact="0.15"/>
            <dgm:constr type="rMarg" refType="w" fact="0.15"/>
          </dgm:constrLst>
          <dgm:ruleLst>
            <dgm:rule type="primFontSz" val="15" fact="NaN" max="NaN"/>
          </dgm:ruleLst>
        </dgm:layoutNode>
        <dgm:layoutNode name="descendantText" styleLbl="alignAccFollowNode1">
          <dgm:varLst>
            <dgm:bulletEnabled/>
          </dgm:varLst>
          <dgm:alg type="tx">
            <dgm:param type="stBulletLvl" val="0"/>
            <dgm:param type="parTxLTRAlign" val="l"/>
            <dgm:param type="shpTxLTRAlignCh" val="l"/>
            <dgm:param type="parTxRTLAlign" val="r"/>
            <dgm:param type="shpTxRTLAlignCh" val="r"/>
          </dgm:alg>
          <dgm:choose name="Name10">
            <dgm:if name="Name11" func="var" arg="dir" op="equ" val="norm">
              <dgm:shape xmlns:r="http://schemas.openxmlformats.org/officeDocument/2006/relationships" type="rect" r:blip="">
                <dgm:adjLst/>
              </dgm:shape>
            </dgm:if>
            <dgm:else name="Name12">
              <dgm:shape xmlns:r="http://schemas.openxmlformats.org/officeDocument/2006/relationships" type="rect" r:blip="">
                <dgm:adjLst/>
              </dgm:shape>
            </dgm:else>
          </dgm:choose>
          <dgm:presOf axis="des" ptType="node"/>
          <dgm:constrLst>
            <dgm:constr type="primFontSz" val="24"/>
            <dgm:constr type="lMarg" refType="w" fact="0.055"/>
            <dgm:constr type="rMarg" refType="w" fact="0.055"/>
            <dgm:constr type="tMarg" refType="h" fact="0.72"/>
            <dgm:constr type="bMarg" refType="h" fact="0.72"/>
          </dgm:constrLst>
          <dgm:ruleLst>
            <dgm:rule type="primFontSz" val="11" fact="NaN" max="NaN"/>
          </dgm:ruleLst>
        </dgm:layoutNod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B271CC4-89BB-413B-BCA6-3E5432105690}" type="datetimeFigureOut">
              <a:rPr lang="en-US" smtClean="0"/>
              <a:pPr/>
              <a:t>5/21/2026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9A620E2E-75C8-4B57-B393-E1C1CADE7396}" type="slidenum">
              <a:rPr lang="en-US" smtClean="0"/>
              <a:pPr/>
              <a:t>‹#›</a:t>
            </a:fld>
            <a:endParaRPr lang="en-US"/>
          </a:p>
        </p:txBody>
      </p:sp>
    </p:spTree>
    <p:extLst>
      <p:ext uri="{BB962C8B-B14F-4D97-AF65-F5344CB8AC3E}">
        <p14:creationId xmlns:p14="http://schemas.microsoft.com/office/powerpoint/2010/main" val="25274002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9A620E2E-75C8-4B57-B393-E1C1CADE7396}" type="slidenum">
              <a:rPr lang="en-US" smtClean="0"/>
              <a:pPr/>
              <a:t>8</a:t>
            </a:fld>
            <a:endParaRPr lang="en-US"/>
          </a:p>
        </p:txBody>
      </p:sp>
    </p:spTree>
    <p:extLst>
      <p:ext uri="{BB962C8B-B14F-4D97-AF65-F5344CB8AC3E}">
        <p14:creationId xmlns:p14="http://schemas.microsoft.com/office/powerpoint/2010/main" val="96473983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7" name="Rectangle 6"/>
          <p:cNvSpPr/>
          <p:nvPr/>
        </p:nvSpPr>
        <p:spPr>
          <a:xfrm>
            <a:off x="0" y="-1"/>
            <a:ext cx="9144000" cy="4572001"/>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endParaRPr lang="en-MY"/>
          </a:p>
        </p:txBody>
      </p:sp>
      <p:sp>
        <p:nvSpPr>
          <p:cNvPr id="2" name="Title 1"/>
          <p:cNvSpPr>
            <a:spLocks noGrp="1"/>
          </p:cNvSpPr>
          <p:nvPr>
            <p:ph type="ctrTitle"/>
          </p:nvPr>
        </p:nvSpPr>
        <p:spPr>
          <a:xfrm>
            <a:off x="342900" y="4960137"/>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Subtitle 2"/>
          <p:cNvSpPr>
            <a:spLocks noGrp="1"/>
          </p:cNvSpPr>
          <p:nvPr>
            <p:ph type="subTitle" idx="1"/>
          </p:nvPr>
        </p:nvSpPr>
        <p:spPr>
          <a:xfrm>
            <a:off x="6457950" y="4960137"/>
            <a:ext cx="2400300" cy="1463040"/>
          </a:xfrm>
        </p:spPr>
        <p:txBody>
          <a:bodyPr lIns="91440" rIns="91440" anchor="ctr">
            <a:normAutofit/>
          </a:bodyPr>
          <a:lstStyle>
            <a:lvl1pPr marL="0" indent="0" algn="l">
              <a:lnSpc>
                <a:spcPct val="100000"/>
              </a:lnSpc>
              <a:spcBef>
                <a:spcPts val="0"/>
              </a:spcBef>
              <a:buNone/>
              <a:defRPr sz="1600">
                <a:solidFill>
                  <a:schemeClr val="tx1">
                    <a:lumMod val="90000"/>
                    <a:lumOff val="10000"/>
                  </a:schemeClr>
                </a:solidFill>
              </a:defRPr>
            </a:lvl1pPr>
            <a:lvl2pPr marL="457189" indent="0" algn="ctr">
              <a:buNone/>
              <a:defRPr sz="1600"/>
            </a:lvl2pPr>
            <a:lvl3pPr marL="914377" indent="0" algn="ctr">
              <a:buNone/>
              <a:defRPr sz="16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lvl1pPr algn="l">
              <a:defRPr/>
            </a:lvl1pPr>
          </a:lstStyle>
          <a:p>
            <a:fld id="{E99CBF12-6E2B-4232-841D-EE04A8577E92}"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49DDD7-0C98-46E9-99C9-1DFEA1768024}" type="slidenum">
              <a:rPr lang="en-US" smtClean="0"/>
              <a:pPr/>
              <a:t>‹#›</a:t>
            </a:fld>
            <a:endParaRPr lang="en-US" dirty="0"/>
          </a:p>
        </p:txBody>
      </p:sp>
      <p:cxnSp>
        <p:nvCxnSpPr>
          <p:cNvPr id="8" name="Straight Connector 7"/>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459413153"/>
      </p:ext>
    </p:extLst>
  </p:cSld>
  <p:clrMapOvr>
    <a:masterClrMapping/>
  </p:clrMapOvr>
  <p:extLst>
    <p:ext uri="{DCECCB84-F9BA-43D5-87BE-67443E8EF086}">
      <p15:sldGuideLst xmlns:p15="http://schemas.microsoft.com/office/powerpoint/2012/main"/>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49DDD7-0C98-46E9-99C9-1DFEA1768024}" type="slidenum">
              <a:rPr lang="en-US" smtClean="0"/>
              <a:pPr/>
              <a:t>‹#›</a:t>
            </a:fld>
            <a:endParaRPr lang="en-US" dirty="0"/>
          </a:p>
        </p:txBody>
      </p:sp>
    </p:spTree>
    <p:extLst>
      <p:ext uri="{BB962C8B-B14F-4D97-AF65-F5344CB8AC3E}">
        <p14:creationId xmlns:p14="http://schemas.microsoft.com/office/powerpoint/2010/main" val="7186333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Rectangle 6"/>
          <p:cNvSpPr/>
          <p:nvPr/>
        </p:nvSpPr>
        <p:spPr>
          <a:xfrm>
            <a:off x="0" y="-1"/>
            <a:ext cx="9144000" cy="4572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title"/>
          </p:nvPr>
        </p:nvSpPr>
        <p:spPr>
          <a:xfrm>
            <a:off x="342900" y="4960137"/>
            <a:ext cx="5829300" cy="1463040"/>
          </a:xfrm>
        </p:spPr>
        <p:txBody>
          <a:bodyPr anchor="ctr">
            <a:normAutofit/>
          </a:bodyPr>
          <a:lstStyle>
            <a:lvl1pPr algn="r">
              <a:defRPr sz="4400" b="0" spc="200" baseline="0"/>
            </a:lvl1pPr>
          </a:lstStyle>
          <a:p>
            <a:r>
              <a:rPr lang="en-US"/>
              <a:t>Click to edit Master title style</a:t>
            </a:r>
            <a:endParaRPr lang="en-US" dirty="0"/>
          </a:p>
        </p:txBody>
      </p:sp>
      <p:sp>
        <p:nvSpPr>
          <p:cNvPr id="3" name="Text Placeholder 2"/>
          <p:cNvSpPr>
            <a:spLocks noGrp="1"/>
          </p:cNvSpPr>
          <p:nvPr>
            <p:ph type="body" idx="1"/>
          </p:nvPr>
        </p:nvSpPr>
        <p:spPr>
          <a:xfrm>
            <a:off x="6457950" y="4960137"/>
            <a:ext cx="2400300" cy="1463040"/>
          </a:xfrm>
        </p:spPr>
        <p:txBody>
          <a:bodyPr lIns="91440" rIns="91440" anchor="ctr">
            <a:normAutofit/>
          </a:bodyPr>
          <a:lstStyle>
            <a:lvl1pPr marL="0" indent="0">
              <a:lnSpc>
                <a:spcPct val="100000"/>
              </a:lnSpc>
              <a:spcBef>
                <a:spcPts val="0"/>
              </a:spcBef>
              <a:buNone/>
              <a:defRPr sz="1600">
                <a:solidFill>
                  <a:schemeClr val="tx1">
                    <a:lumMod val="90000"/>
                    <a:lumOff val="10000"/>
                  </a:schemeClr>
                </a:solidFill>
              </a:defRPr>
            </a:lvl1pPr>
            <a:lvl2pPr marL="457189" indent="0">
              <a:buNone/>
              <a:defRPr sz="1600">
                <a:solidFill>
                  <a:schemeClr val="tx1">
                    <a:tint val="75000"/>
                  </a:schemeClr>
                </a:solidFill>
              </a:defRPr>
            </a:lvl2pPr>
            <a:lvl3pPr marL="914377" indent="0">
              <a:buNone/>
              <a:defRPr sz="1600">
                <a:solidFill>
                  <a:schemeClr val="tx1">
                    <a:tint val="75000"/>
                  </a:schemeClr>
                </a:solidFill>
              </a:defRPr>
            </a:lvl3pPr>
            <a:lvl4pPr marL="1371566" indent="0">
              <a:buNone/>
              <a:defRPr sz="1400">
                <a:solidFill>
                  <a:schemeClr val="tx1">
                    <a:tint val="75000"/>
                  </a:schemeClr>
                </a:solidFill>
              </a:defRPr>
            </a:lvl4pPr>
            <a:lvl5pPr marL="1828754" indent="0">
              <a:buNone/>
              <a:defRPr sz="1400">
                <a:solidFill>
                  <a:schemeClr val="tx1">
                    <a:tint val="75000"/>
                  </a:schemeClr>
                </a:solidFill>
              </a:defRPr>
            </a:lvl5pPr>
            <a:lvl6pPr marL="2285943" indent="0">
              <a:buNone/>
              <a:defRPr sz="1400">
                <a:solidFill>
                  <a:schemeClr val="tx1">
                    <a:tint val="75000"/>
                  </a:schemeClr>
                </a:solidFill>
              </a:defRPr>
            </a:lvl6pPr>
            <a:lvl7pPr marL="2743131" indent="0">
              <a:buNone/>
              <a:defRPr sz="1400">
                <a:solidFill>
                  <a:schemeClr val="tx1">
                    <a:tint val="75000"/>
                  </a:schemeClr>
                </a:solidFill>
              </a:defRPr>
            </a:lvl7pPr>
            <a:lvl8pPr marL="3200320" indent="0">
              <a:buNone/>
              <a:defRPr sz="1400">
                <a:solidFill>
                  <a:schemeClr val="tx1">
                    <a:tint val="75000"/>
                  </a:schemeClr>
                </a:solidFill>
              </a:defRPr>
            </a:lvl8pPr>
            <a:lvl9pPr marL="3657509"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49DDD7-0C98-46E9-99C9-1DFEA1768024}" type="slidenum">
              <a:rPr lang="en-US" smtClean="0"/>
              <a:pPr/>
              <a:t>‹#›</a:t>
            </a:fld>
            <a:endParaRPr lang="en-US" dirty="0"/>
          </a:p>
        </p:txBody>
      </p:sp>
      <p:cxnSp>
        <p:nvCxnSpPr>
          <p:cNvPr id="8" name="Straight Connector 7"/>
          <p:cNvCxnSpPr/>
          <p:nvPr/>
        </p:nvCxnSpPr>
        <p:spPr>
          <a:xfrm flipV="1">
            <a:off x="6290132" y="5264106"/>
            <a:ext cx="0" cy="91440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2568125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Content Placeholder 2"/>
          <p:cNvSpPr>
            <a:spLocks noGrp="1"/>
          </p:cNvSpPr>
          <p:nvPr>
            <p:ph sz="half" idx="1"/>
          </p:nvPr>
        </p:nvSpPr>
        <p:spPr>
          <a:xfrm>
            <a:off x="768096"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91990" y="2286000"/>
            <a:ext cx="3566160" cy="402336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49DDD7-0C98-46E9-99C9-1DFEA1768024}" type="slidenum">
              <a:rPr lang="en-US" smtClean="0"/>
              <a:pPr/>
              <a:t>‹#›</a:t>
            </a:fld>
            <a:endParaRPr lang="en-US" dirty="0"/>
          </a:p>
        </p:txBody>
      </p:sp>
    </p:spTree>
    <p:extLst>
      <p:ext uri="{BB962C8B-B14F-4D97-AF65-F5344CB8AC3E}">
        <p14:creationId xmlns:p14="http://schemas.microsoft.com/office/powerpoint/2010/main" val="20146618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a:xfrm>
            <a:off x="768096" y="585216"/>
            <a:ext cx="7290054" cy="1499616"/>
          </a:xfrm>
        </p:spPr>
        <p:txBody>
          <a:bodyPr/>
          <a:lstStyle/>
          <a:p>
            <a:r>
              <a:rPr lang="en-US"/>
              <a:t>Click to edit Master title style</a:t>
            </a:r>
            <a:endParaRPr lang="en-US" dirty="0"/>
          </a:p>
        </p:txBody>
      </p:sp>
      <p:sp>
        <p:nvSpPr>
          <p:cNvPr id="3" name="Text Placeholder 2"/>
          <p:cNvSpPr>
            <a:spLocks noGrp="1"/>
          </p:cNvSpPr>
          <p:nvPr>
            <p:ph type="body" idx="1"/>
          </p:nvPr>
        </p:nvSpPr>
        <p:spPr>
          <a:xfrm>
            <a:off x="768096" y="2179636"/>
            <a:ext cx="3566160" cy="822960"/>
          </a:xfrm>
        </p:spPr>
        <p:txBody>
          <a:bodyPr lIns="137160" rIns="137160" anchor="ctr">
            <a:normAutofit/>
          </a:bodyPr>
          <a:lstStyle>
            <a:lvl1pPr marL="0" indent="0">
              <a:spcBef>
                <a:spcPts val="0"/>
              </a:spcBef>
              <a:spcAft>
                <a:spcPts val="0"/>
              </a:spcAft>
              <a:buNone/>
              <a:defRPr sz="2200" b="0" cap="none" baseline="0">
                <a:solidFill>
                  <a:schemeClr val="accent2">
                    <a:lumMod val="75000"/>
                  </a:schemeClr>
                </a:solidFill>
                <a:latin typeface="+mn-lt"/>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768096"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91990" y="2179636"/>
            <a:ext cx="3566160" cy="822960"/>
          </a:xfrm>
        </p:spPr>
        <p:txBody>
          <a:bodyPr lIns="137160" rIns="137160" anchor="ctr">
            <a:normAutofit/>
          </a:bodyPr>
          <a:lstStyle>
            <a:lvl1pPr marL="0" indent="0">
              <a:spcBef>
                <a:spcPts val="0"/>
              </a:spcBef>
              <a:spcAft>
                <a:spcPts val="0"/>
              </a:spcAft>
              <a:buNone/>
              <a:defRPr lang="en-US" sz="2200" b="0" kern="1200" cap="none" baseline="0" dirty="0">
                <a:solidFill>
                  <a:schemeClr val="accent2">
                    <a:lumMod val="75000"/>
                  </a:schemeClr>
                </a:solidFill>
                <a:latin typeface="+mn-lt"/>
                <a:ea typeface="+mn-ea"/>
                <a:cs typeface="+mn-cs"/>
              </a:defRPr>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marL="0" lvl="0" indent="0" algn="l" defTabSz="914377" rtl="0" eaLnBrk="1" latinLnBrk="0" hangingPunct="1">
              <a:lnSpc>
                <a:spcPct val="90000"/>
              </a:lnSpc>
              <a:spcBef>
                <a:spcPts val="1800"/>
              </a:spcBef>
              <a:buNone/>
            </a:pPr>
            <a:r>
              <a:rPr lang="en-US"/>
              <a:t>Click to edit Master text styles</a:t>
            </a:r>
          </a:p>
        </p:txBody>
      </p:sp>
      <p:sp>
        <p:nvSpPr>
          <p:cNvPr id="6" name="Content Placeholder 5"/>
          <p:cNvSpPr>
            <a:spLocks noGrp="1"/>
          </p:cNvSpPr>
          <p:nvPr>
            <p:ph sz="quarter" idx="4"/>
          </p:nvPr>
        </p:nvSpPr>
        <p:spPr>
          <a:xfrm>
            <a:off x="4491990" y="2967788"/>
            <a:ext cx="3566160" cy="33415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9149DDD7-0C98-46E9-99C9-1DFEA1768024}" type="slidenum">
              <a:rPr lang="en-US" smtClean="0"/>
              <a:pPr/>
              <a:t>‹#›</a:t>
            </a:fld>
            <a:endParaRPr lang="en-US" dirty="0"/>
          </a:p>
        </p:txBody>
      </p:sp>
    </p:spTree>
    <p:extLst>
      <p:ext uri="{BB962C8B-B14F-4D97-AF65-F5344CB8AC3E}">
        <p14:creationId xmlns:p14="http://schemas.microsoft.com/office/powerpoint/2010/main" val="163483454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9149DDD7-0C98-46E9-99C9-1DFEA1768024}" type="slidenum">
              <a:rPr lang="en-US" smtClean="0"/>
              <a:pPr/>
              <a:t>‹#›</a:t>
            </a:fld>
            <a:endParaRPr lang="en-US" dirty="0"/>
          </a:p>
        </p:txBody>
      </p:sp>
    </p:spTree>
    <p:extLst>
      <p:ext uri="{BB962C8B-B14F-4D97-AF65-F5344CB8AC3E}">
        <p14:creationId xmlns:p14="http://schemas.microsoft.com/office/powerpoint/2010/main" val="4803216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9149DDD7-0C98-46E9-99C9-1DFEA1768024}" type="slidenum">
              <a:rPr lang="en-US" smtClean="0"/>
              <a:pPr/>
              <a:t>‹#›</a:t>
            </a:fld>
            <a:endParaRPr lang="en-US" dirty="0"/>
          </a:p>
        </p:txBody>
      </p:sp>
    </p:spTree>
    <p:extLst>
      <p:ext uri="{BB962C8B-B14F-4D97-AF65-F5344CB8AC3E}">
        <p14:creationId xmlns:p14="http://schemas.microsoft.com/office/powerpoint/2010/main" val="1020012230"/>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Title 7"/>
          <p:cNvSpPr>
            <a:spLocks noGrp="1"/>
          </p:cNvSpPr>
          <p:nvPr>
            <p:ph type="title"/>
          </p:nvPr>
        </p:nvSpPr>
        <p:spPr>
          <a:xfrm>
            <a:off x="768096" y="471509"/>
            <a:ext cx="3291840" cy="1737360"/>
          </a:xfrm>
        </p:spPr>
        <p:txBody>
          <a:bodyPr>
            <a:noAutofit/>
          </a:bodyPr>
          <a:lstStyle>
            <a:lvl1pPr>
              <a:lnSpc>
                <a:spcPct val="80000"/>
              </a:lnSpc>
              <a:defRPr sz="3600"/>
            </a:lvl1pPr>
          </a:lstStyle>
          <a:p>
            <a:r>
              <a:rPr lang="en-US"/>
              <a:t>Click to edit Master title style</a:t>
            </a:r>
            <a:endParaRPr lang="en-US" dirty="0"/>
          </a:p>
        </p:txBody>
      </p:sp>
      <p:sp>
        <p:nvSpPr>
          <p:cNvPr id="3" name="Content Placeholder 2"/>
          <p:cNvSpPr>
            <a:spLocks noGrp="1"/>
          </p:cNvSpPr>
          <p:nvPr>
            <p:ph idx="1"/>
          </p:nvPr>
        </p:nvSpPr>
        <p:spPr>
          <a:xfrm>
            <a:off x="4286250" y="822960"/>
            <a:ext cx="4258818" cy="5184648"/>
          </a:xfrm>
        </p:spPr>
        <p:txBody>
          <a:bodyPr>
            <a:normAutofit/>
          </a:bodyPr>
          <a:lstStyle>
            <a:lvl1pPr>
              <a:defRPr sz="2000"/>
            </a:lvl1pPr>
            <a:lvl2pPr>
              <a:defRPr sz="1600"/>
            </a:lvl2pPr>
            <a:lvl3pPr>
              <a:defRPr sz="12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768096" y="2257506"/>
            <a:ext cx="3291840" cy="3762294"/>
          </a:xfrm>
        </p:spPr>
        <p:txBody>
          <a:bodyPr lIns="91440" rIns="91440">
            <a:normAutofit/>
          </a:bodyPr>
          <a:lstStyle>
            <a:lvl1pPr marL="0" indent="0">
              <a:lnSpc>
                <a:spcPct val="108000"/>
              </a:lnSpc>
              <a:spcBef>
                <a:spcPts val="600"/>
              </a:spcBef>
              <a:buNone/>
              <a:defRPr sz="1600"/>
            </a:lvl1pPr>
            <a:lvl2pPr marL="457189" indent="0">
              <a:buNone/>
              <a:defRPr sz="1200"/>
            </a:lvl2pPr>
            <a:lvl3pPr marL="914377" indent="0">
              <a:buNone/>
              <a:defRPr sz="1000"/>
            </a:lvl3pPr>
            <a:lvl4pPr marL="1371566" indent="0">
              <a:buNone/>
              <a:defRPr sz="900"/>
            </a:lvl4pPr>
            <a:lvl5pPr marL="1828754" indent="0">
              <a:buNone/>
              <a:defRPr sz="900"/>
            </a:lvl5pPr>
            <a:lvl6pPr marL="2285943" indent="0">
              <a:buNone/>
              <a:defRPr sz="900"/>
            </a:lvl6pPr>
            <a:lvl7pPr marL="2743131" indent="0">
              <a:buNone/>
              <a:defRPr sz="900"/>
            </a:lvl7pPr>
            <a:lvl8pPr marL="3200320" indent="0">
              <a:buNone/>
              <a:defRPr sz="900"/>
            </a:lvl8pPr>
            <a:lvl9pPr marL="3657509"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49DDD7-0C98-46E9-99C9-1DFEA1768024}" type="slidenum">
              <a:rPr lang="en-US" smtClean="0"/>
              <a:pPr/>
              <a:t>‹#›</a:t>
            </a:fld>
            <a:endParaRPr lang="en-US" dirty="0"/>
          </a:p>
        </p:txBody>
      </p:sp>
    </p:spTree>
    <p:extLst>
      <p:ext uri="{BB962C8B-B14F-4D97-AF65-F5344CB8AC3E}">
        <p14:creationId xmlns:p14="http://schemas.microsoft.com/office/powerpoint/2010/main" val="12206025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42900" y="4960138"/>
            <a:ext cx="5829300" cy="1463040"/>
          </a:xfrm>
        </p:spPr>
        <p:txBody>
          <a:bodyPr anchor="ctr">
            <a:normAutofit/>
          </a:bodyPr>
          <a:lstStyle>
            <a:lvl1pPr algn="r">
              <a:defRPr sz="4400" spc="200" baseline="0"/>
            </a:lvl1pPr>
          </a:lstStyle>
          <a:p>
            <a:r>
              <a:rPr lang="en-US"/>
              <a:t>Click to edit Master title style</a:t>
            </a:r>
            <a:endParaRPr lang="en-US" dirty="0"/>
          </a:p>
        </p:txBody>
      </p:sp>
      <p:sp>
        <p:nvSpPr>
          <p:cNvPr id="3" name="Picture Placeholder 2"/>
          <p:cNvSpPr>
            <a:spLocks noGrp="1" noChangeAspect="1"/>
          </p:cNvSpPr>
          <p:nvPr>
            <p:ph type="pic" idx="1"/>
          </p:nvPr>
        </p:nvSpPr>
        <p:spPr>
          <a:xfrm>
            <a:off x="0" y="-1"/>
            <a:ext cx="9141714" cy="4572000"/>
          </a:xfrm>
          <a:solidFill>
            <a:schemeClr val="accent2">
              <a:lumMod val="60000"/>
              <a:lumOff val="40000"/>
            </a:schemeClr>
          </a:solidFill>
        </p:spPr>
        <p:txBody>
          <a:bodyPr lIns="457200" tIns="365760"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6457950" y="4960138"/>
            <a:ext cx="2400300" cy="1463040"/>
          </a:xfrm>
        </p:spPr>
        <p:txBody>
          <a:bodyPr lIns="91440" rIns="91440" anchor="ctr">
            <a:normAutofit/>
          </a:bodyPr>
          <a:lstStyle>
            <a:lvl1pPr marL="0" indent="0">
              <a:lnSpc>
                <a:spcPct val="100000"/>
              </a:lnSpc>
              <a:spcBef>
                <a:spcPts val="0"/>
              </a:spcBef>
              <a:buNone/>
              <a:defRPr sz="1600">
                <a:solidFill>
                  <a:schemeClr val="tx1">
                    <a:lumMod val="90000"/>
                    <a:lumOff val="10000"/>
                  </a:schemeClr>
                </a:solidFill>
              </a:defRPr>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9149DDD7-0C98-46E9-99C9-1DFEA1768024}" type="slidenum">
              <a:rPr lang="en-US" smtClean="0"/>
              <a:pPr/>
              <a:t>‹#›</a:t>
            </a:fld>
            <a:endParaRPr lang="en-US" dirty="0"/>
          </a:p>
        </p:txBody>
      </p:sp>
      <p:cxnSp>
        <p:nvCxnSpPr>
          <p:cNvPr id="9" name="Straight Connector 8"/>
          <p:cNvCxnSpPr/>
          <p:nvPr/>
        </p:nvCxnSpPr>
        <p:spPr>
          <a:xfrm flipV="1">
            <a:off x="6290132" y="5264106"/>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3686188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49DDD7-0C98-46E9-99C9-1DFEA1768024}" type="slidenum">
              <a:rPr lang="en-US" smtClean="0"/>
              <a:pPr/>
              <a:t>‹#›</a:t>
            </a:fld>
            <a:endParaRPr lang="en-US" dirty="0"/>
          </a:p>
        </p:txBody>
      </p:sp>
    </p:spTree>
    <p:extLst>
      <p:ext uri="{BB962C8B-B14F-4D97-AF65-F5344CB8AC3E}">
        <p14:creationId xmlns:p14="http://schemas.microsoft.com/office/powerpoint/2010/main" val="317118064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762000"/>
            <a:ext cx="1971675" cy="5410200"/>
          </a:xfrm>
        </p:spPr>
        <p:txBody>
          <a:bodyPr vert="eaVert" lIns="45720" tIns="91440" rIns="45720" bIns="91440"/>
          <a:lstStyle/>
          <a:p>
            <a:r>
              <a:rPr lang="en-US"/>
              <a:t>Click to edit Master title style</a:t>
            </a:r>
            <a:endParaRPr lang="en-US" dirty="0"/>
          </a:p>
        </p:txBody>
      </p:sp>
      <p:sp>
        <p:nvSpPr>
          <p:cNvPr id="3" name="Vertical Text Placeholder 2"/>
          <p:cNvSpPr>
            <a:spLocks noGrp="1"/>
          </p:cNvSpPr>
          <p:nvPr>
            <p:ph type="body" orient="vert" idx="1"/>
          </p:nvPr>
        </p:nvSpPr>
        <p:spPr>
          <a:xfrm>
            <a:off x="742951" y="762000"/>
            <a:ext cx="5686425" cy="541020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E99CBF12-6E2B-4232-841D-EE04A8577E92}" type="datetimeFigureOut">
              <a:rPr lang="en-US" smtClean="0"/>
              <a:pPr/>
              <a:t>5/21/2026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9149DDD7-0C98-46E9-99C9-1DFEA1768024}" type="slidenum">
              <a:rPr lang="en-US" smtClean="0"/>
              <a:pPr/>
              <a:t>‹#›</a:t>
            </a:fld>
            <a:endParaRPr lang="en-US" dirty="0"/>
          </a:p>
        </p:txBody>
      </p:sp>
      <p:cxnSp>
        <p:nvCxnSpPr>
          <p:cNvPr id="7" name="Straight Connector 6"/>
          <p:cNvCxnSpPr/>
          <p:nvPr/>
        </p:nvCxnSpPr>
        <p:spPr>
          <a:xfrm rot="5400000" flipV="1">
            <a:off x="7543800" y="173563"/>
            <a:ext cx="0" cy="6858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094615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68096" y="585216"/>
            <a:ext cx="7290054" cy="1499616"/>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768096" y="2286000"/>
            <a:ext cx="7290055" cy="4023360"/>
          </a:xfrm>
          <a:prstGeom prst="rect">
            <a:avLst/>
          </a:prstGeom>
        </p:spPr>
        <p:txBody>
          <a:bodyPr vert="horz" lIns="45720" tIns="45720" rIns="4572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8097" y="6470704"/>
            <a:ext cx="1615607"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E99CBF12-6E2B-4232-841D-EE04A8577E92}" type="datetimeFigureOut">
              <a:rPr lang="en-US" smtClean="0"/>
              <a:pPr/>
              <a:t>5/21/2026</a:t>
            </a:fld>
            <a:endParaRPr lang="en-US" dirty="0"/>
          </a:p>
        </p:txBody>
      </p:sp>
      <p:sp>
        <p:nvSpPr>
          <p:cNvPr id="5" name="Footer Placeholder 4"/>
          <p:cNvSpPr>
            <a:spLocks noGrp="1"/>
          </p:cNvSpPr>
          <p:nvPr>
            <p:ph type="ftr" sz="quarter" idx="3"/>
          </p:nvPr>
        </p:nvSpPr>
        <p:spPr>
          <a:xfrm>
            <a:off x="3632200" y="6470704"/>
            <a:ext cx="4426094" cy="274320"/>
          </a:xfrm>
          <a:prstGeom prst="rect">
            <a:avLst/>
          </a:prstGeom>
        </p:spPr>
        <p:txBody>
          <a:bodyPr vert="horz" lIns="91440" tIns="45720" rIns="91440" bIns="45720" rtlCol="0" anchor="ctr"/>
          <a:lstStyle>
            <a:lvl1pPr algn="r">
              <a:defRPr sz="1000" cap="all" baseline="0">
                <a:solidFill>
                  <a:schemeClr val="tx1">
                    <a:lumMod val="90000"/>
                    <a:lumOff val="10000"/>
                  </a:schemeClr>
                </a:solidFill>
                <a:latin typeface="+mj-lt"/>
              </a:defRPr>
            </a:lvl1pPr>
          </a:lstStyle>
          <a:p>
            <a:endParaRPr lang="en-US" dirty="0"/>
          </a:p>
        </p:txBody>
      </p:sp>
      <p:sp>
        <p:nvSpPr>
          <p:cNvPr id="6" name="Slide Number Placeholder 5"/>
          <p:cNvSpPr>
            <a:spLocks noGrp="1"/>
          </p:cNvSpPr>
          <p:nvPr>
            <p:ph type="sldNum" sz="quarter" idx="4"/>
          </p:nvPr>
        </p:nvSpPr>
        <p:spPr>
          <a:xfrm>
            <a:off x="8128000" y="6470704"/>
            <a:ext cx="730250" cy="274320"/>
          </a:xfrm>
          <a:prstGeom prst="rect">
            <a:avLst/>
          </a:prstGeom>
        </p:spPr>
        <p:txBody>
          <a:bodyPr vert="horz" lIns="91440" tIns="45720" rIns="91440" bIns="45720" rtlCol="0" anchor="ctr"/>
          <a:lstStyle>
            <a:lvl1pPr algn="l">
              <a:defRPr sz="1000">
                <a:solidFill>
                  <a:schemeClr val="tx1">
                    <a:lumMod val="90000"/>
                    <a:lumOff val="10000"/>
                  </a:schemeClr>
                </a:solidFill>
                <a:latin typeface="+mj-lt"/>
              </a:defRPr>
            </a:lvl1pPr>
          </a:lstStyle>
          <a:p>
            <a:fld id="{9149DDD7-0C98-46E9-99C9-1DFEA1768024}" type="slidenum">
              <a:rPr lang="en-US" smtClean="0"/>
              <a:pPr/>
              <a:t>‹#›</a:t>
            </a:fld>
            <a:endParaRPr lang="en-US" dirty="0"/>
          </a:p>
        </p:txBody>
      </p:sp>
      <p:cxnSp>
        <p:nvCxnSpPr>
          <p:cNvPr id="7" name="Straight Connector 6"/>
          <p:cNvCxnSpPr/>
          <p:nvPr/>
        </p:nvCxnSpPr>
        <p:spPr>
          <a:xfrm flipV="1">
            <a:off x="571500" y="826324"/>
            <a:ext cx="0" cy="91440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61627182"/>
      </p:ext>
    </p:extLst>
  </p:cSld>
  <p:clrMap bg1="lt1" tx1="dk1" bg2="lt2" tx2="dk2" accent1="accent1" accent2="accent2" accent3="accent3" accent4="accent4" accent5="accent5" accent6="accent6" hlink="hlink" folHlink="folHlink"/>
  <p:sldLayoutIdLst>
    <p:sldLayoutId id="2147485076" r:id="rId1"/>
    <p:sldLayoutId id="2147485077" r:id="rId2"/>
    <p:sldLayoutId id="2147485078" r:id="rId3"/>
    <p:sldLayoutId id="2147485079" r:id="rId4"/>
    <p:sldLayoutId id="2147485080" r:id="rId5"/>
    <p:sldLayoutId id="2147485081" r:id="rId6"/>
    <p:sldLayoutId id="2147485082" r:id="rId7"/>
    <p:sldLayoutId id="2147485083" r:id="rId8"/>
    <p:sldLayoutId id="2147485084" r:id="rId9"/>
    <p:sldLayoutId id="2147485085" r:id="rId10"/>
    <p:sldLayoutId id="2147485086" r:id="rId11"/>
  </p:sldLayoutIdLst>
  <p:txStyles>
    <p:titleStyle>
      <a:lvl1pPr algn="l" defTabSz="914377" rtl="0" eaLnBrk="1" latinLnBrk="0" hangingPunct="1">
        <a:lnSpc>
          <a:spcPct val="80000"/>
        </a:lnSpc>
        <a:spcBef>
          <a:spcPct val="0"/>
        </a:spcBef>
        <a:buNone/>
        <a:defRPr sz="4400" kern="1200" cap="all" spc="100" baseline="0">
          <a:solidFill>
            <a:schemeClr val="tx1">
              <a:lumMod val="90000"/>
              <a:lumOff val="10000"/>
            </a:schemeClr>
          </a:solidFill>
          <a:latin typeface="+mj-lt"/>
          <a:ea typeface="+mj-ea"/>
          <a:cs typeface="+mj-cs"/>
        </a:defRPr>
      </a:lvl1pPr>
    </p:titleStyle>
    <p:bodyStyle>
      <a:lvl1pPr marL="91440" indent="-91440" algn="l" defTabSz="914377" rtl="0" eaLnBrk="1" latinLnBrk="0" hangingPunct="1">
        <a:lnSpc>
          <a:spcPct val="90000"/>
        </a:lnSpc>
        <a:spcBef>
          <a:spcPts val="1200"/>
        </a:spcBef>
        <a:spcAft>
          <a:spcPts val="200"/>
        </a:spcAft>
        <a:buClr>
          <a:schemeClr val="accent2"/>
        </a:buClr>
        <a:buSzPct val="100000"/>
        <a:buFont typeface="Tw Cen MT" panose="020B0602020104020603" pitchFamily="34" charset="0"/>
        <a:buChar char=" "/>
        <a:defRPr sz="2000" kern="1200">
          <a:solidFill>
            <a:schemeClr val="tx1"/>
          </a:solidFill>
          <a:latin typeface="+mn-lt"/>
          <a:ea typeface="+mn-ea"/>
          <a:cs typeface="+mn-cs"/>
        </a:defRPr>
      </a:lvl1pPr>
      <a:lvl2pPr marL="26517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600" kern="1200">
          <a:solidFill>
            <a:schemeClr val="tx1"/>
          </a:solidFill>
          <a:latin typeface="+mn-lt"/>
          <a:ea typeface="+mn-ea"/>
          <a:cs typeface="+mn-cs"/>
        </a:defRPr>
      </a:lvl2pPr>
      <a:lvl3pPr marL="4480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3pPr>
      <a:lvl4pPr marL="59436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4pPr>
      <a:lvl5pPr marL="77724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5pPr>
      <a:lvl6pPr marL="914400"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6pPr>
      <a:lvl7pPr marL="1060704"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7pPr>
      <a:lvl8pPr marL="1216152"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8pPr>
      <a:lvl9pPr marL="1362456" indent="-137157" algn="l" defTabSz="914377" rtl="0" eaLnBrk="1" latinLnBrk="0" hangingPunct="1">
        <a:lnSpc>
          <a:spcPct val="90000"/>
        </a:lnSpc>
        <a:spcBef>
          <a:spcPts val="200"/>
        </a:spcBef>
        <a:spcAft>
          <a:spcPts val="400"/>
        </a:spcAft>
        <a:buClr>
          <a:schemeClr val="accent2"/>
        </a:buClr>
        <a:buFont typeface="Wingdings 3" pitchFamily="18" charset="2"/>
        <a:buChar char=""/>
        <a:defRPr sz="12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93599" y="1295400"/>
            <a:ext cx="7822791" cy="2667000"/>
          </a:xfrm>
        </p:spPr>
        <p:txBody>
          <a:bodyPr>
            <a:normAutofit/>
          </a:bodyPr>
          <a:lstStyle/>
          <a:p>
            <a:pPr algn="ctr"/>
            <a:r>
              <a:rPr lang="en-US" sz="3600" dirty="0"/>
              <a:t>PRESENTATION</a:t>
            </a:r>
            <a:br>
              <a:rPr lang="en-US" sz="3600" dirty="0"/>
            </a:br>
            <a:r>
              <a:rPr lang="en-US" sz="3600" dirty="0"/>
              <a:t>FOR </a:t>
            </a:r>
            <a:br>
              <a:rPr lang="en-US" sz="3600" dirty="0"/>
            </a:br>
            <a:r>
              <a:rPr lang="en-US" sz="3600" b="1" dirty="0"/>
              <a:t>Diploma in Computer Science</a:t>
            </a:r>
            <a:br>
              <a:rPr lang="en-US" sz="3600" b="1" dirty="0"/>
            </a:br>
            <a:r>
              <a:rPr lang="en-US" sz="3600" dirty="0"/>
              <a:t>CGND323 – PROJECT 2</a:t>
            </a:r>
            <a:endParaRPr lang="en-US" i="1" dirty="0"/>
          </a:p>
        </p:txBody>
      </p:sp>
      <p:sp>
        <p:nvSpPr>
          <p:cNvPr id="3" name="Subtitle 2"/>
          <p:cNvSpPr>
            <a:spLocks noGrp="1"/>
          </p:cNvSpPr>
          <p:nvPr>
            <p:ph type="subTitle" idx="1"/>
          </p:nvPr>
        </p:nvSpPr>
        <p:spPr>
          <a:xfrm>
            <a:off x="1239485" y="5344490"/>
            <a:ext cx="5618515" cy="476429"/>
          </a:xfrm>
        </p:spPr>
        <p:txBody>
          <a:bodyPr>
            <a:normAutofit/>
          </a:bodyPr>
          <a:lstStyle/>
          <a:p>
            <a:r>
              <a:rPr lang="en-US" dirty="0"/>
              <a:t>Prepared by Muhammad Yusry Bin </a:t>
            </a:r>
            <a:r>
              <a:rPr lang="en-US" dirty="0" err="1"/>
              <a:t>Rohaizat</a:t>
            </a:r>
            <a:r>
              <a:rPr lang="en-US" dirty="0"/>
              <a:t> - DC99209</a:t>
            </a:r>
          </a:p>
        </p:txBody>
      </p:sp>
      <p:sp>
        <p:nvSpPr>
          <p:cNvPr id="4" name="Subtitle 2">
            <a:extLst>
              <a:ext uri="{FF2B5EF4-FFF2-40B4-BE49-F238E27FC236}">
                <a16:creationId xmlns:a16="http://schemas.microsoft.com/office/drawing/2014/main" id="{92748ECA-F524-19C1-0724-7664913AAD44}"/>
              </a:ext>
            </a:extLst>
          </p:cNvPr>
          <p:cNvSpPr txBox="1">
            <a:spLocks/>
          </p:cNvSpPr>
          <p:nvPr/>
        </p:nvSpPr>
        <p:spPr>
          <a:xfrm>
            <a:off x="864909" y="3483204"/>
            <a:ext cx="7568995" cy="783996"/>
          </a:xfrm>
          <a:prstGeom prst="rect">
            <a:avLst/>
          </a:prstGeom>
        </p:spPr>
        <p:txBody>
          <a:bodyPr vert="horz" lIns="91440" tIns="45720" rIns="91440" bIns="45720" rtlCol="0" anchor="t">
            <a:noAutofit/>
          </a:bodyPr>
          <a:lstStyle>
            <a:lvl1pPr marL="0" indent="0" algn="l"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cap="all">
                <a:solidFill>
                  <a:schemeClr val="accent2"/>
                </a:solidFill>
                <a:latin typeface="+mn-lt"/>
                <a:ea typeface="+mn-ea"/>
                <a:cs typeface="+mn-cs"/>
              </a:defRPr>
            </a:lvl1pPr>
            <a:lvl2pPr marL="457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ct val="20000"/>
              </a:spcBef>
              <a:spcAft>
                <a:spcPts val="600"/>
              </a:spcAft>
              <a:buClr>
                <a:schemeClr val="accent2"/>
              </a:buClr>
              <a:buSzPct val="92000"/>
              <a:buFont typeface="Wingdings 2" panose="05020102010507070707" pitchFamily="18" charset="2"/>
              <a:buNone/>
              <a:defRPr sz="1200" kern="1200">
                <a:solidFill>
                  <a:schemeClr val="tx1">
                    <a:tint val="75000"/>
                  </a:schemeClr>
                </a:solidFill>
                <a:latin typeface="+mn-lt"/>
                <a:ea typeface="+mn-ea"/>
                <a:cs typeface="+mn-cs"/>
              </a:defRPr>
            </a:lvl9pPr>
          </a:lstStyle>
          <a:p>
            <a:pPr algn="ctr"/>
            <a:r>
              <a:rPr lang="en-US" sz="3600" i="1" dirty="0">
                <a:solidFill>
                  <a:srgbClr val="0070C0"/>
                </a:solidFill>
              </a:rPr>
              <a:t>CCI Internship management system</a:t>
            </a:r>
            <a:endParaRPr lang="en-US" sz="3600" dirty="0">
              <a:solidFill>
                <a:srgbClr val="0070C0"/>
              </a:solidFill>
            </a:endParaRPr>
          </a:p>
        </p:txBody>
      </p:sp>
      <p:pic>
        <p:nvPicPr>
          <p:cNvPr id="5" name="Picture 4">
            <a:extLst>
              <a:ext uri="{FF2B5EF4-FFF2-40B4-BE49-F238E27FC236}">
                <a16:creationId xmlns:a16="http://schemas.microsoft.com/office/drawing/2014/main" id="{3781DDC9-FF52-9AED-B127-886C3E92FE23}"/>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6858000" y="5027658"/>
            <a:ext cx="1678055" cy="1104593"/>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723591" y="804333"/>
            <a:ext cx="2476809" cy="5249334"/>
          </a:xfrm>
        </p:spPr>
        <p:txBody>
          <a:bodyPr>
            <a:normAutofit/>
          </a:bodyPr>
          <a:lstStyle/>
          <a:p>
            <a:pPr algn="r"/>
            <a:r>
              <a:rPr lang="en-US" sz="3700">
                <a:solidFill>
                  <a:srgbClr val="FFFFFF"/>
                </a:solidFill>
              </a:rPr>
              <a:t>INTRODUCTION</a:t>
            </a:r>
          </a:p>
        </p:txBody>
      </p:sp>
      <p:sp>
        <p:nvSpPr>
          <p:cNvPr id="3" name="Content Placeholder 2"/>
          <p:cNvSpPr>
            <a:spLocks noGrp="1"/>
          </p:cNvSpPr>
          <p:nvPr>
            <p:ph idx="1"/>
          </p:nvPr>
        </p:nvSpPr>
        <p:spPr>
          <a:xfrm>
            <a:off x="3832411" y="804333"/>
            <a:ext cx="4610377" cy="5249334"/>
          </a:xfrm>
        </p:spPr>
        <p:txBody>
          <a:bodyPr anchor="ctr">
            <a:normAutofit/>
          </a:bodyPr>
          <a:lstStyle/>
          <a:p>
            <a:r>
              <a:rPr lang="en-US" dirty="0"/>
              <a:t>The CCI Internship Management System (CCI IMS) is a centralized web-based platform developed to improve internship management processes for students, visiting lecturers and program coordinator (admin). The system centralizes announcements, internship resources, document submissions and monitoring into one platform to reduce manual workflow and improve efficiency.</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6013704" cy="1499616"/>
          </a:xfrm>
        </p:spPr>
        <p:txBody>
          <a:bodyPr>
            <a:normAutofit/>
          </a:bodyPr>
          <a:lstStyle/>
          <a:p>
            <a:r>
              <a:rPr lang="en-US" dirty="0"/>
              <a:t>PROBLEM STATEMENT</a:t>
            </a:r>
          </a:p>
        </p:txBody>
      </p:sp>
      <p:sp>
        <p:nvSpPr>
          <p:cNvPr id="3" name="Content Placeholder 2"/>
          <p:cNvSpPr>
            <a:spLocks noGrp="1"/>
          </p:cNvSpPr>
          <p:nvPr>
            <p:ph idx="1"/>
          </p:nvPr>
        </p:nvSpPr>
        <p:spPr>
          <a:xfrm>
            <a:off x="768096" y="2286000"/>
            <a:ext cx="6013703" cy="4023360"/>
          </a:xfrm>
        </p:spPr>
        <p:txBody>
          <a:bodyPr>
            <a:normAutofit/>
          </a:bodyPr>
          <a:lstStyle/>
          <a:p>
            <a:pPr lvl="2">
              <a:buFont typeface="Wingdings" panose="05000000000000000000" pitchFamily="2" charset="2"/>
              <a:buChar char="q"/>
            </a:pPr>
            <a:r>
              <a:rPr lang="en-US" dirty="0"/>
              <a:t> </a:t>
            </a:r>
            <a:r>
              <a:rPr lang="en-US" sz="1400" dirty="0"/>
              <a:t>Students</a:t>
            </a:r>
          </a:p>
          <a:p>
            <a:pPr marL="310899" lvl="2" indent="0">
              <a:buNone/>
            </a:pPr>
            <a:r>
              <a:rPr lang="en-US" sz="1400" dirty="0"/>
              <a:t>	- Need to access multiple systems for internship resources</a:t>
            </a:r>
          </a:p>
          <a:p>
            <a:pPr marL="310899" lvl="2" indent="0">
              <a:buNone/>
            </a:pPr>
            <a:r>
              <a:rPr lang="en-US" sz="1400" dirty="0"/>
              <a:t>	- Miss important deadlines and updates</a:t>
            </a:r>
          </a:p>
          <a:p>
            <a:pPr marL="310899" lvl="2" indent="0">
              <a:buNone/>
            </a:pPr>
            <a:r>
              <a:rPr lang="en-US" sz="1400" dirty="0"/>
              <a:t>	- Manual submission process is inefficient</a:t>
            </a:r>
          </a:p>
          <a:p>
            <a:pPr marL="310899" lvl="2" indent="0">
              <a:buNone/>
            </a:pPr>
            <a:endParaRPr lang="en-US" sz="1400" dirty="0"/>
          </a:p>
          <a:p>
            <a:pPr lvl="2">
              <a:buFont typeface="Wingdings" panose="05000000000000000000" pitchFamily="2" charset="2"/>
              <a:buChar char="q"/>
            </a:pPr>
            <a:r>
              <a:rPr lang="en-US" sz="1400" dirty="0"/>
              <a:t> Visiting Lecturer</a:t>
            </a:r>
          </a:p>
          <a:p>
            <a:pPr marL="310899" lvl="2" indent="0">
              <a:buNone/>
            </a:pPr>
            <a:r>
              <a:rPr lang="en-US" sz="1400" dirty="0"/>
              <a:t>	- Difficult to monitor students manually</a:t>
            </a:r>
          </a:p>
          <a:p>
            <a:pPr marL="310899" lvl="2" indent="0">
              <a:buNone/>
            </a:pPr>
            <a:r>
              <a:rPr lang="en-US" sz="1400" dirty="0"/>
              <a:t>	- Email-based submissions (difficult to manage submissions)</a:t>
            </a:r>
          </a:p>
          <a:p>
            <a:pPr marL="310899" lvl="2" indent="0">
              <a:buNone/>
            </a:pPr>
            <a:endParaRPr lang="en-US" sz="1400" dirty="0"/>
          </a:p>
          <a:p>
            <a:pPr lvl="2">
              <a:buFont typeface="Wingdings" panose="05000000000000000000" pitchFamily="2" charset="2"/>
              <a:buChar char="q"/>
            </a:pPr>
            <a:r>
              <a:rPr lang="en-US" sz="1400" dirty="0"/>
              <a:t> Program Coordinator </a:t>
            </a:r>
          </a:p>
          <a:p>
            <a:pPr marL="310899" lvl="2" indent="0">
              <a:buNone/>
            </a:pPr>
            <a:r>
              <a:rPr lang="en-US" sz="1400" dirty="0"/>
              <a:t>	- Manual lecturer assignment process.</a:t>
            </a:r>
          </a:p>
          <a:p>
            <a:pPr marL="310899" lvl="2" indent="0">
              <a:buNone/>
            </a:pPr>
            <a:r>
              <a:rPr lang="en-US" sz="1400" dirty="0"/>
              <a:t>	- Difficult inquiry and complaint management</a:t>
            </a:r>
          </a:p>
          <a:p>
            <a:pPr marL="310899" lvl="2" indent="0">
              <a:buNone/>
            </a:pPr>
            <a:endParaRPr lang="en-US" dirty="0"/>
          </a:p>
        </p:txBody>
      </p:sp>
      <p:sp>
        <p:nvSpPr>
          <p:cNvPr id="18" name="Rectangle 17">
            <a:extLst>
              <a:ext uri="{FF2B5EF4-FFF2-40B4-BE49-F238E27FC236}">
                <a16:creationId xmlns:a16="http://schemas.microsoft.com/office/drawing/2014/main" id="{77D7B666-D5E6-48CE-B26A-FB5E5C34AF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325601"/>
            <a:ext cx="1715190" cy="3908071"/>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0" name="Rectangle 19">
            <a:extLst>
              <a:ext uri="{FF2B5EF4-FFF2-40B4-BE49-F238E27FC236}">
                <a16:creationId xmlns:a16="http://schemas.microsoft.com/office/drawing/2014/main" id="{F6EE670A-A41A-44AD-BC1C-2090365EB5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187511" y="4394539"/>
            <a:ext cx="1715190" cy="2029724"/>
          </a:xfrm>
          <a:prstGeom prst="rect">
            <a:avLst/>
          </a:prstGeom>
          <a:solidFill>
            <a:schemeClr val="accent1">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29386921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FC695245-44E3-4A14-900A-D06036644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1" y="643467"/>
            <a:ext cx="2561709" cy="5571066"/>
          </a:xfrm>
        </p:spPr>
        <p:txBody>
          <a:bodyPr>
            <a:normAutofit/>
          </a:bodyPr>
          <a:lstStyle/>
          <a:p>
            <a:r>
              <a:rPr lang="en-US">
                <a:solidFill>
                  <a:srgbClr val="FFFFFF"/>
                </a:solidFill>
              </a:rPr>
              <a:t>OBJECTIVES</a:t>
            </a:r>
          </a:p>
        </p:txBody>
      </p:sp>
      <p:graphicFrame>
        <p:nvGraphicFramePr>
          <p:cNvPr id="5" name="Content Placeholder 2">
            <a:extLst>
              <a:ext uri="{FF2B5EF4-FFF2-40B4-BE49-F238E27FC236}">
                <a16:creationId xmlns:a16="http://schemas.microsoft.com/office/drawing/2014/main" id="{D4EA2EFD-0704-FCC7-5653-FF1A68E8F73A}"/>
              </a:ext>
            </a:extLst>
          </p:cNvPr>
          <p:cNvGraphicFramePr>
            <a:graphicFrameLocks noGrp="1"/>
          </p:cNvGraphicFramePr>
          <p:nvPr>
            <p:ph idx="1"/>
            <p:extLst>
              <p:ext uri="{D42A27DB-BD31-4B8C-83A1-F6EECF244321}">
                <p14:modId xmlns:p14="http://schemas.microsoft.com/office/powerpoint/2010/main" val="1047487649"/>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9E4C68A-A4A9-48A4-9FF2-D2896B1EA01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E2B9AEA5-52CB-49A6-AF8A-33502F291B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90722"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723591" y="804333"/>
            <a:ext cx="2476809" cy="5249334"/>
          </a:xfrm>
        </p:spPr>
        <p:txBody>
          <a:bodyPr>
            <a:normAutofit/>
          </a:bodyPr>
          <a:lstStyle/>
          <a:p>
            <a:pPr algn="r"/>
            <a:r>
              <a:rPr lang="en-US">
                <a:solidFill>
                  <a:srgbClr val="FFFFFF"/>
                </a:solidFill>
              </a:rPr>
              <a:t>TARGET USER</a:t>
            </a:r>
          </a:p>
        </p:txBody>
      </p:sp>
      <p:sp>
        <p:nvSpPr>
          <p:cNvPr id="9" name="Content Placeholder 2"/>
          <p:cNvSpPr>
            <a:spLocks noGrp="1"/>
          </p:cNvSpPr>
          <p:nvPr>
            <p:ph idx="1"/>
          </p:nvPr>
        </p:nvSpPr>
        <p:spPr>
          <a:xfrm>
            <a:off x="3832411" y="804333"/>
            <a:ext cx="4610377" cy="5249334"/>
          </a:xfrm>
        </p:spPr>
        <p:txBody>
          <a:bodyPr anchor="ctr">
            <a:normAutofit/>
          </a:bodyPr>
          <a:lstStyle/>
          <a:p>
            <a:pPr lvl="2">
              <a:buFont typeface="Wingdings" panose="05000000000000000000" pitchFamily="2" charset="2"/>
              <a:buChar char="q"/>
            </a:pPr>
            <a:r>
              <a:rPr lang="en-US" sz="1600" dirty="0"/>
              <a:t> CCI Students</a:t>
            </a:r>
          </a:p>
          <a:p>
            <a:pPr marL="310899" lvl="2" indent="0">
              <a:buNone/>
            </a:pPr>
            <a:r>
              <a:rPr lang="en-US" sz="1600" dirty="0"/>
              <a:t>	- Students who are going to take the internship program </a:t>
            </a:r>
          </a:p>
          <a:p>
            <a:pPr marL="310899" lvl="2" indent="0">
              <a:buNone/>
            </a:pPr>
            <a:endParaRPr lang="en-US" sz="1600" dirty="0"/>
          </a:p>
          <a:p>
            <a:pPr lvl="2">
              <a:buFont typeface="Wingdings" panose="05000000000000000000" pitchFamily="2" charset="2"/>
              <a:buChar char="q"/>
            </a:pPr>
            <a:r>
              <a:rPr lang="en-US" sz="1600" dirty="0"/>
              <a:t> Visiting Lecturers </a:t>
            </a:r>
          </a:p>
          <a:p>
            <a:pPr marL="310899" lvl="2" indent="0">
              <a:buNone/>
            </a:pPr>
            <a:r>
              <a:rPr lang="en-US" sz="1600" dirty="0"/>
              <a:t>	- Lecturers that are going to supervise students during the internship program period</a:t>
            </a:r>
          </a:p>
          <a:p>
            <a:pPr marL="310899" lvl="2" indent="0">
              <a:buNone/>
            </a:pPr>
            <a:endParaRPr lang="en-US" sz="1600" dirty="0"/>
          </a:p>
          <a:p>
            <a:pPr lvl="2">
              <a:buFont typeface="Wingdings" panose="05000000000000000000" pitchFamily="2" charset="2"/>
              <a:buChar char="q"/>
            </a:pPr>
            <a:r>
              <a:rPr lang="en-US" sz="1600" dirty="0"/>
              <a:t> Program Coordinator (Admin)</a:t>
            </a:r>
          </a:p>
          <a:p>
            <a:pPr marL="310899" lvl="2" indent="0">
              <a:buNone/>
            </a:pPr>
            <a:r>
              <a:rPr lang="en-US" sz="1600" dirty="0"/>
              <a:t>	- Admin of the internship program </a:t>
            </a:r>
          </a:p>
          <a:p>
            <a:pPr marL="310899" lvl="2" indent="0">
              <a:buNone/>
            </a:pPr>
            <a:endParaRPr lang="en-US" dirty="0"/>
          </a:p>
          <a:p>
            <a:pPr lvl="2">
              <a:buFont typeface="Wingdings" panose="05000000000000000000" pitchFamily="2" charset="2"/>
              <a:buChar char="q"/>
            </a:pPr>
            <a:endParaRPr lang="en-US" dirty="0"/>
          </a:p>
        </p:txBody>
      </p:sp>
    </p:spTree>
    <p:extLst>
      <p:ext uri="{BB962C8B-B14F-4D97-AF65-F5344CB8AC3E}">
        <p14:creationId xmlns:p14="http://schemas.microsoft.com/office/powerpoint/2010/main" val="372639368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768096" y="585216"/>
            <a:ext cx="4550113" cy="1499616"/>
          </a:xfrm>
        </p:spPr>
        <p:txBody>
          <a:bodyPr>
            <a:normAutofit/>
          </a:bodyPr>
          <a:lstStyle/>
          <a:p>
            <a:r>
              <a:rPr lang="en-US" dirty="0"/>
              <a:t>SYSTEM FEATURES/FUNCTIONS</a:t>
            </a:r>
          </a:p>
        </p:txBody>
      </p:sp>
      <p:sp>
        <p:nvSpPr>
          <p:cNvPr id="3" name="Content Placeholder 2"/>
          <p:cNvSpPr>
            <a:spLocks noGrp="1"/>
          </p:cNvSpPr>
          <p:nvPr>
            <p:ph idx="1"/>
          </p:nvPr>
        </p:nvSpPr>
        <p:spPr>
          <a:xfrm>
            <a:off x="768096" y="2286000"/>
            <a:ext cx="4550113" cy="4023360"/>
          </a:xfrm>
        </p:spPr>
        <p:txBody>
          <a:bodyPr>
            <a:normAutofit fontScale="92500" lnSpcReduction="10000"/>
          </a:bodyPr>
          <a:lstStyle/>
          <a:p>
            <a:pPr lvl="1">
              <a:buFont typeface="Wingdings" panose="05000000000000000000" pitchFamily="2" charset="2"/>
              <a:buChar char="q"/>
            </a:pPr>
            <a:r>
              <a:rPr lang="en-US" sz="1400" dirty="0"/>
              <a:t>Students: </a:t>
            </a:r>
          </a:p>
          <a:p>
            <a:pPr marL="128019" lvl="1" indent="0">
              <a:buNone/>
            </a:pPr>
            <a:r>
              <a:rPr lang="en-US" sz="1400" dirty="0"/>
              <a:t>Login, Register, view announcements made by lecturer and admin, download/submit resources, view visiting lecturer information, Book a presentation timeslot, view internship result, do complaints or inquiries to the admin.</a:t>
            </a:r>
          </a:p>
          <a:p>
            <a:pPr marL="128019" lvl="1" indent="0">
              <a:buNone/>
            </a:pPr>
            <a:endParaRPr lang="en-US" sz="1400" dirty="0"/>
          </a:p>
          <a:p>
            <a:pPr lvl="1">
              <a:buFont typeface="Wingdings" panose="05000000000000000000" pitchFamily="2" charset="2"/>
              <a:buChar char="q"/>
            </a:pPr>
            <a:r>
              <a:rPr lang="en-US" sz="1400" dirty="0"/>
              <a:t> Lecturer:</a:t>
            </a:r>
          </a:p>
          <a:p>
            <a:pPr marL="128019" lvl="1" indent="0">
              <a:buNone/>
            </a:pPr>
            <a:r>
              <a:rPr lang="en-US" sz="1400" dirty="0"/>
              <a:t>Announcement management, Upload internship resources, monitor students’ submission and presentation progress (students progress monitoring), manage presentation timeslot, grade student.</a:t>
            </a:r>
          </a:p>
          <a:p>
            <a:pPr marL="128019" lvl="1" indent="0">
              <a:buNone/>
            </a:pPr>
            <a:endParaRPr lang="en-US" sz="1400" dirty="0"/>
          </a:p>
          <a:p>
            <a:pPr lvl="1">
              <a:buFont typeface="Wingdings" panose="05000000000000000000" pitchFamily="2" charset="2"/>
              <a:buChar char="q"/>
            </a:pPr>
            <a:r>
              <a:rPr lang="en-US" sz="1400" dirty="0"/>
              <a:t> Admin</a:t>
            </a:r>
          </a:p>
          <a:p>
            <a:pPr marL="128019" lvl="1" indent="0">
              <a:buNone/>
            </a:pPr>
            <a:r>
              <a:rPr lang="en-US" sz="1400" dirty="0"/>
              <a:t>Announcement management, Visiting Lecturer Management, Student Management, Fix a required Submissions made for students to do to pass the internship program, Get Help inquiries management.</a:t>
            </a:r>
          </a:p>
          <a:p>
            <a:pPr lvl="2">
              <a:buFont typeface="Wingdings" panose="05000000000000000000" pitchFamily="2" charset="2"/>
              <a:buChar char="q"/>
            </a:pPr>
            <a:endParaRPr lang="en-US" sz="1400" dirty="0"/>
          </a:p>
          <a:p>
            <a:pPr marL="128019" lvl="1" indent="0">
              <a:buNone/>
            </a:pPr>
            <a:r>
              <a:rPr lang="en-US" sz="1400" dirty="0"/>
              <a:t>	</a:t>
            </a:r>
          </a:p>
          <a:p>
            <a:pPr lvl="1">
              <a:buFont typeface="Wingdings" pitchFamily="2" charset="2"/>
              <a:buChar char="§"/>
            </a:pPr>
            <a:endParaRPr lang="en-US" sz="1400" dirty="0"/>
          </a:p>
          <a:p>
            <a:pPr lvl="1">
              <a:buFont typeface="Wingdings" pitchFamily="2" charset="2"/>
              <a:buChar char="§"/>
            </a:pPr>
            <a:endParaRPr lang="en-US" sz="1400" dirty="0"/>
          </a:p>
          <a:p>
            <a:pPr lvl="1">
              <a:buFont typeface="Wingdings" pitchFamily="2" charset="2"/>
              <a:buChar char="§"/>
            </a:pPr>
            <a:endParaRPr lang="en-US" sz="1400" dirty="0"/>
          </a:p>
          <a:p>
            <a:pPr lvl="1">
              <a:buFont typeface="Wingdings" pitchFamily="2" charset="2"/>
              <a:buChar char="§"/>
            </a:pPr>
            <a:endParaRPr lang="en-US" sz="1400" dirty="0"/>
          </a:p>
        </p:txBody>
      </p:sp>
      <p:pic>
        <p:nvPicPr>
          <p:cNvPr id="5" name="Picture 4" descr="Complex math formulas on a blackboard">
            <a:extLst>
              <a:ext uri="{FF2B5EF4-FFF2-40B4-BE49-F238E27FC236}">
                <a16:creationId xmlns:a16="http://schemas.microsoft.com/office/drawing/2014/main" id="{CE9233CE-2462-C6CB-A8C6-DEAF1EAEE578}"/>
              </a:ext>
            </a:extLst>
          </p:cNvPr>
          <p:cNvPicPr>
            <a:picLocks noChangeAspect="1"/>
          </p:cNvPicPr>
          <p:nvPr/>
        </p:nvPicPr>
        <p:blipFill>
          <a:blip r:embed="rId2"/>
          <a:srcRect l="38441" r="24518" b="-1"/>
          <a:stretch>
            <a:fillRect/>
          </a:stretch>
        </p:blipFill>
        <p:spPr>
          <a:xfrm>
            <a:off x="5664199" y="10"/>
            <a:ext cx="3479800" cy="6857990"/>
          </a:xfrm>
          <a:prstGeom prst="rect">
            <a:avLst/>
          </a:prstGeom>
        </p:spPr>
      </p:pic>
    </p:spTree>
    <p:extLst>
      <p:ext uri="{BB962C8B-B14F-4D97-AF65-F5344CB8AC3E}">
        <p14:creationId xmlns:p14="http://schemas.microsoft.com/office/powerpoint/2010/main" val="21182204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C695245-44E3-4A14-900A-D06036644A4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486149"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a:spLocks noGrp="1"/>
          </p:cNvSpPr>
          <p:nvPr>
            <p:ph type="title"/>
          </p:nvPr>
        </p:nvSpPr>
        <p:spPr>
          <a:xfrm>
            <a:off x="482601" y="643467"/>
            <a:ext cx="2561709" cy="5571066"/>
          </a:xfrm>
        </p:spPr>
        <p:txBody>
          <a:bodyPr>
            <a:normAutofit/>
          </a:bodyPr>
          <a:lstStyle/>
          <a:p>
            <a:r>
              <a:rPr lang="en-US" sz="3100">
                <a:solidFill>
                  <a:srgbClr val="FFFFFF"/>
                </a:solidFill>
              </a:rPr>
              <a:t>PROJECT SCOPE/LIMITATION</a:t>
            </a:r>
          </a:p>
        </p:txBody>
      </p:sp>
      <p:graphicFrame>
        <p:nvGraphicFramePr>
          <p:cNvPr id="7" name="Content Placeholder 2">
            <a:extLst>
              <a:ext uri="{FF2B5EF4-FFF2-40B4-BE49-F238E27FC236}">
                <a16:creationId xmlns:a16="http://schemas.microsoft.com/office/drawing/2014/main" id="{3B0EAAD6-D1DC-BFF4-0F43-B2D4AAEE1C4B}"/>
              </a:ext>
            </a:extLst>
          </p:cNvPr>
          <p:cNvGraphicFramePr>
            <a:graphicFrameLocks noGrp="1"/>
          </p:cNvGraphicFramePr>
          <p:nvPr>
            <p:ph idx="1"/>
            <p:extLst>
              <p:ext uri="{D42A27DB-BD31-4B8C-83A1-F6EECF244321}">
                <p14:modId xmlns:p14="http://schemas.microsoft.com/office/powerpoint/2010/main" val="512644094"/>
              </p:ext>
            </p:extLst>
          </p:nvPr>
        </p:nvGraphicFramePr>
        <p:xfrm>
          <a:off x="4202906" y="954088"/>
          <a:ext cx="4231481" cy="492125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B5068B1C-1A28-475A-A0E0-4C23200D82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p:nvPr>
        </p:nvSpPr>
        <p:spPr>
          <a:xfrm>
            <a:off x="482600" y="804333"/>
            <a:ext cx="3718717" cy="5249334"/>
          </a:xfrm>
        </p:spPr>
        <p:txBody>
          <a:bodyPr>
            <a:normAutofit/>
          </a:bodyPr>
          <a:lstStyle/>
          <a:p>
            <a:pPr algn="r"/>
            <a:r>
              <a:rPr lang="en-US">
                <a:solidFill>
                  <a:srgbClr val="404040"/>
                </a:solidFill>
              </a:rPr>
              <a:t>PROJECT DEVELOPMENT TOOLS</a:t>
            </a:r>
          </a:p>
        </p:txBody>
      </p:sp>
      <p:sp>
        <p:nvSpPr>
          <p:cNvPr id="10" name="Rectangle 9">
            <a:extLst>
              <a:ext uri="{FF2B5EF4-FFF2-40B4-BE49-F238E27FC236}">
                <a16:creationId xmlns:a16="http://schemas.microsoft.com/office/drawing/2014/main" id="{6D428773-F789-43B7-B5FD-AE49E5BD2E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72000" y="0"/>
            <a:ext cx="4572000" cy="6858000"/>
          </a:xfrm>
          <a:prstGeom prst="rect">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p:cNvSpPr>
            <a:spLocks noGrp="1"/>
          </p:cNvSpPr>
          <p:nvPr>
            <p:ph idx="1"/>
          </p:nvPr>
        </p:nvSpPr>
        <p:spPr>
          <a:xfrm>
            <a:off x="4933950" y="457200"/>
            <a:ext cx="3848100" cy="5943599"/>
          </a:xfrm>
        </p:spPr>
        <p:txBody>
          <a:bodyPr anchor="ctr">
            <a:normAutofit/>
          </a:bodyPr>
          <a:lstStyle/>
          <a:p>
            <a:r>
              <a:rPr lang="en-US" sz="1400" dirty="0">
                <a:solidFill>
                  <a:srgbClr val="FFFFFF"/>
                </a:solidFill>
              </a:rPr>
              <a:t>Programming Language</a:t>
            </a:r>
          </a:p>
          <a:p>
            <a:pPr>
              <a:buFont typeface="Wingdings" panose="05000000000000000000" pitchFamily="2" charset="2"/>
              <a:buChar char="q"/>
            </a:pPr>
            <a:r>
              <a:rPr lang="en-US" sz="1400" dirty="0">
                <a:solidFill>
                  <a:srgbClr val="FFFFFF"/>
                </a:solidFill>
              </a:rPr>
              <a:t> PHP</a:t>
            </a:r>
          </a:p>
          <a:p>
            <a:pPr>
              <a:buFont typeface="Wingdings" panose="05000000000000000000" pitchFamily="2" charset="2"/>
              <a:buChar char="q"/>
            </a:pPr>
            <a:r>
              <a:rPr lang="en-US" sz="1400" dirty="0">
                <a:solidFill>
                  <a:srgbClr val="FFFFFF"/>
                </a:solidFill>
              </a:rPr>
              <a:t> HTML </a:t>
            </a:r>
          </a:p>
          <a:p>
            <a:pPr>
              <a:buFont typeface="Wingdings" panose="05000000000000000000" pitchFamily="2" charset="2"/>
              <a:buChar char="q"/>
            </a:pPr>
            <a:r>
              <a:rPr lang="en-US" sz="1400" dirty="0">
                <a:solidFill>
                  <a:srgbClr val="FFFFFF"/>
                </a:solidFill>
              </a:rPr>
              <a:t> JAVASCRIPT</a:t>
            </a:r>
          </a:p>
          <a:p>
            <a:pPr>
              <a:buFont typeface="Wingdings" panose="05000000000000000000" pitchFamily="2" charset="2"/>
              <a:buChar char="q"/>
            </a:pPr>
            <a:r>
              <a:rPr lang="en-US" sz="1400" dirty="0">
                <a:solidFill>
                  <a:srgbClr val="FFFFFF"/>
                </a:solidFill>
              </a:rPr>
              <a:t> SQL</a:t>
            </a:r>
          </a:p>
          <a:p>
            <a:pPr>
              <a:buFont typeface="Wingdings" panose="05000000000000000000" pitchFamily="2" charset="2"/>
              <a:buChar char="q"/>
            </a:pPr>
            <a:r>
              <a:rPr lang="en-US" sz="1400" dirty="0">
                <a:solidFill>
                  <a:srgbClr val="FFFFFF"/>
                </a:solidFill>
              </a:rPr>
              <a:t> CSS</a:t>
            </a:r>
          </a:p>
          <a:p>
            <a:pPr lvl="2">
              <a:buNone/>
            </a:pPr>
            <a:endParaRPr lang="en-US" sz="1400" dirty="0">
              <a:solidFill>
                <a:srgbClr val="FFFFFF"/>
              </a:solidFill>
            </a:endParaRPr>
          </a:p>
          <a:p>
            <a:r>
              <a:rPr lang="en-US" sz="1400" dirty="0">
                <a:solidFill>
                  <a:srgbClr val="FFFFFF"/>
                </a:solidFill>
              </a:rPr>
              <a:t>Database</a:t>
            </a:r>
          </a:p>
          <a:p>
            <a:pPr>
              <a:buFont typeface="Wingdings" panose="05000000000000000000" pitchFamily="2" charset="2"/>
              <a:buChar char="q"/>
            </a:pPr>
            <a:r>
              <a:rPr lang="en-US" sz="1400" dirty="0">
                <a:solidFill>
                  <a:srgbClr val="FFFFFF"/>
                </a:solidFill>
              </a:rPr>
              <a:t> MySQL</a:t>
            </a:r>
          </a:p>
          <a:p>
            <a:pPr lvl="2">
              <a:buNone/>
            </a:pPr>
            <a:endParaRPr lang="en-US" sz="1400" dirty="0">
              <a:solidFill>
                <a:srgbClr val="FFFFFF"/>
              </a:solidFill>
            </a:endParaRPr>
          </a:p>
          <a:p>
            <a:r>
              <a:rPr lang="en-US" sz="1400" dirty="0">
                <a:solidFill>
                  <a:srgbClr val="FFFFFF"/>
                </a:solidFill>
              </a:rPr>
              <a:t>Software</a:t>
            </a:r>
          </a:p>
          <a:p>
            <a:pPr>
              <a:buFont typeface="Wingdings" panose="05000000000000000000" pitchFamily="2" charset="2"/>
              <a:buChar char="q"/>
            </a:pPr>
            <a:r>
              <a:rPr lang="en-US" sz="1400" dirty="0">
                <a:solidFill>
                  <a:srgbClr val="FFFFFF"/>
                </a:solidFill>
              </a:rPr>
              <a:t> Visual Studio Code</a:t>
            </a:r>
          </a:p>
          <a:p>
            <a:pPr>
              <a:buFont typeface="Wingdings" panose="05000000000000000000" pitchFamily="2" charset="2"/>
              <a:buChar char="q"/>
            </a:pPr>
            <a:r>
              <a:rPr lang="en-US" sz="1400" dirty="0">
                <a:solidFill>
                  <a:srgbClr val="FFFFFF"/>
                </a:solidFill>
              </a:rPr>
              <a:t>Wamp Server</a:t>
            </a:r>
          </a:p>
          <a:p>
            <a:pPr>
              <a:buFont typeface="Wingdings" panose="05000000000000000000" pitchFamily="2" charset="2"/>
              <a:buChar char="q"/>
            </a:pPr>
            <a:r>
              <a:rPr lang="en-US" sz="1400" dirty="0">
                <a:solidFill>
                  <a:srgbClr val="FFFFFF"/>
                </a:solidFill>
              </a:rPr>
              <a:t>GitHub</a:t>
            </a:r>
          </a:p>
          <a:p>
            <a:pPr marL="128019" lvl="1" indent="0">
              <a:buNone/>
            </a:pPr>
            <a:endParaRPr lang="en-US" sz="1400" dirty="0">
              <a:solidFill>
                <a:srgbClr val="FFFFFF"/>
              </a:solidFill>
            </a:endParaRPr>
          </a:p>
          <a:p>
            <a:pPr>
              <a:buNone/>
            </a:pPr>
            <a:endParaRPr lang="en-US" sz="1400" dirty="0">
              <a:solidFill>
                <a:srgbClr val="FFFFFF"/>
              </a:solidFill>
            </a:endParaRPr>
          </a:p>
          <a:p>
            <a:pPr lvl="1"/>
            <a:endParaRPr lang="en-US" sz="1400" dirty="0">
              <a:solidFill>
                <a:srgbClr val="FFFFFF"/>
              </a:solidFill>
            </a:endParaRPr>
          </a:p>
        </p:txBody>
      </p:sp>
    </p:spTree>
  </p:cSld>
  <p:clrMapOvr>
    <a:overrideClrMapping bg1="dk1" tx1="lt1" bg2="dk2" tx2="lt2" accent1="accent1" accent2="accent2" accent3="accent3" accent4="accent4" accent5="accent5" accent6="accent6" hlink="hlink" folHlink="folHlink"/>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88806" y="3733800"/>
            <a:ext cx="7315200" cy="990600"/>
          </a:xfrm>
        </p:spPr>
        <p:txBody>
          <a:bodyPr>
            <a:normAutofit/>
          </a:bodyPr>
          <a:lstStyle/>
          <a:p>
            <a:r>
              <a:rPr lang="en-US" dirty="0"/>
              <a:t>PROCEED WITH SYSTEM DEMO</a:t>
            </a:r>
          </a:p>
        </p:txBody>
      </p:sp>
      <p:sp>
        <p:nvSpPr>
          <p:cNvPr id="3" name="Content Placeholder 2"/>
          <p:cNvSpPr>
            <a:spLocks noGrp="1"/>
          </p:cNvSpPr>
          <p:nvPr>
            <p:ph idx="1"/>
          </p:nvPr>
        </p:nvSpPr>
        <p:spPr>
          <a:xfrm>
            <a:off x="533400" y="2362200"/>
            <a:ext cx="8153400" cy="914400"/>
          </a:xfrm>
        </p:spPr>
        <p:txBody>
          <a:bodyPr>
            <a:normAutofit/>
          </a:bodyPr>
          <a:lstStyle/>
          <a:p>
            <a:pPr algn="ctr">
              <a:buNone/>
            </a:pPr>
            <a:r>
              <a:rPr lang="en-US" sz="4000" b="1" dirty="0"/>
              <a:t>THANK YOU</a:t>
            </a:r>
          </a:p>
        </p:txBody>
      </p:sp>
    </p:spTree>
  </p:cSld>
  <p:clrMapOvr>
    <a:masterClrMapping/>
  </p:clrMapOvr>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Integral">
  <a:themeElements>
    <a:clrScheme name="Integral">
      <a:dk1>
        <a:srgbClr val="2E2B21"/>
      </a:dk1>
      <a:lt1>
        <a:srgbClr val="FFFFFF"/>
      </a:lt1>
      <a:dk2>
        <a:srgbClr val="605B4F"/>
      </a:dk2>
      <a:lt2>
        <a:srgbClr val="D8D6BE"/>
      </a:lt2>
      <a:accent1>
        <a:srgbClr val="A9A57C"/>
      </a:accent1>
      <a:accent2>
        <a:srgbClr val="9CBEBD"/>
      </a:accent2>
      <a:accent3>
        <a:srgbClr val="D2CB6C"/>
      </a:accent3>
      <a:accent4>
        <a:srgbClr val="95A39D"/>
      </a:accent4>
      <a:accent5>
        <a:srgbClr val="C89F5D"/>
      </a:accent5>
      <a:accent6>
        <a:srgbClr val="B1A089"/>
      </a:accent6>
      <a:hlink>
        <a:srgbClr val="D25814"/>
      </a:hlink>
      <a:folHlink>
        <a:srgbClr val="849A0A"/>
      </a:folHlink>
    </a:clrScheme>
    <a:fontScheme name="Integral">
      <a:majorFont>
        <a:latin typeface="Tw Cen MT Condensed" panose="020B06060201040202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w Cen MT" panose="020B0602020104020603"/>
        <a:ea typeface=""/>
        <a:cs typeface=""/>
        <a:font script="Grek" typeface="Calibri"/>
        <a:font script="Cyrl" typeface="Calibri"/>
        <a:font script="Jpan" typeface="メイリオ"/>
        <a:font script="Hang" typeface="HY얕은샘물M"/>
        <a:font script="Hans" typeface="华文仿宋"/>
        <a:font script="Hant" typeface="微軟正黑體"/>
        <a:font script="Arab" typeface="Arial"/>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Integral">
      <a:fillStyleLst>
        <a:solidFill>
          <a:schemeClr val="phClr"/>
        </a:solidFill>
        <a:gradFill rotWithShape="1">
          <a:gsLst>
            <a:gs pos="0">
              <a:schemeClr val="phClr">
                <a:tint val="83000"/>
                <a:satMod val="100000"/>
                <a:lumMod val="100000"/>
              </a:schemeClr>
            </a:gs>
            <a:gs pos="100000">
              <a:schemeClr val="phClr">
                <a:tint val="61000"/>
                <a:satMod val="150000"/>
                <a:lumMod val="100000"/>
              </a:schemeClr>
            </a:gs>
          </a:gsLst>
          <a:path path="circle">
            <a:fillToRect l="100000" t="100000" r="100000" b="100000"/>
          </a:path>
        </a:gradFill>
        <a:gradFill rotWithShape="1">
          <a:gsLst>
            <a:gs pos="0">
              <a:schemeClr val="phClr">
                <a:tint val="100000"/>
                <a:shade val="85000"/>
                <a:satMod val="100000"/>
                <a:lumMod val="100000"/>
              </a:schemeClr>
            </a:gs>
            <a:gs pos="100000">
              <a:schemeClr val="phClr">
                <a:tint val="90000"/>
                <a:shade val="100000"/>
                <a:satMod val="150000"/>
                <a:lumMod val="100000"/>
              </a:schemeClr>
            </a:gs>
          </a:gsLst>
          <a:path path="circle">
            <a:fillToRect l="100000" t="100000" r="100000" b="100000"/>
          </a:path>
        </a:gradFill>
      </a:fillStyleLst>
      <a:lnStyleLst>
        <a:ln w="9525" cap="flat" cmpd="sng" algn="ctr">
          <a:solidFill>
            <a:schemeClr val="phClr"/>
          </a:solidFill>
          <a:prstDash val="solid"/>
        </a:ln>
        <a:ln w="15875" cap="flat" cmpd="sng" algn="ctr">
          <a:solidFill>
            <a:schemeClr val="phClr"/>
          </a:solidFill>
          <a:prstDash val="solid"/>
        </a:ln>
        <a:ln w="19050" cap="flat" cmpd="sng" algn="ctr">
          <a:solidFill>
            <a:schemeClr val="phClr"/>
          </a:solidFill>
          <a:prstDash val="solid"/>
        </a:ln>
      </a:lnStyleLst>
      <a:effectStyleLst>
        <a:effectStyle>
          <a:effectLst/>
        </a:effectStyle>
        <a:effectStyle>
          <a:effectLst>
            <a:outerShdw blurRad="50800" dist="12700" dir="5400000" algn="ctr" rotWithShape="0">
              <a:srgbClr val="000000">
                <a:alpha val="50000"/>
              </a:srgbClr>
            </a:outerShdw>
          </a:effectLst>
        </a:effectStyle>
        <a:effectStyle>
          <a:effectLst>
            <a:outerShdw blurRad="76200" dist="25400" dir="5400000" algn="ctr" rotWithShape="0">
              <a:srgbClr val="000000">
                <a:alpha val="60000"/>
              </a:srgbClr>
            </a:outerShdw>
          </a:effectLst>
          <a:scene3d>
            <a:camera prst="orthographicFront">
              <a:rot lat="0" lon="0" rev="0"/>
            </a:camera>
            <a:lightRig rig="flat" dir="t">
              <a:rot lat="0" lon="0" rev="3600000"/>
            </a:lightRig>
          </a:scene3d>
          <a:sp3d contourW="12700" prstMaterial="flat">
            <a:bevelT w="38100" h="44450" prst="angle"/>
            <a:contourClr>
              <a:schemeClr val="phClr">
                <a:shade val="35000"/>
                <a:satMod val="160000"/>
              </a:schemeClr>
            </a:contourClr>
          </a:sp3d>
        </a:effectStyle>
      </a:effectStyleLst>
      <a:bgFillStyleLst>
        <a:solidFill>
          <a:schemeClr val="phClr"/>
        </a:solidFill>
        <a:blipFill rotWithShape="1">
          <a:blip xmlns:r="http://schemas.openxmlformats.org/officeDocument/2006/relationships" r:embed="rId1">
            <a:duotone>
              <a:schemeClr val="phClr">
                <a:tint val="98000"/>
              </a:schemeClr>
              <a:schemeClr val="phClr">
                <a:shade val="89000"/>
                <a:satMod val="145000"/>
              </a:schemeClr>
            </a:duotone>
          </a:blip>
          <a:tile tx="0" ty="0" sx="32000" sy="32000" flip="none" algn="tl"/>
        </a:blipFill>
        <a:blipFill rotWithShape="1">
          <a:blip xmlns:r="http://schemas.openxmlformats.org/officeDocument/2006/relationships" r:embed="rId2">
            <a:duotone>
              <a:schemeClr val="phClr">
                <a:tint val="98000"/>
              </a:schemeClr>
              <a:schemeClr val="phClr">
                <a:shade val="95000"/>
              </a:schemeClr>
            </a:duotone>
          </a:blip>
          <a:tile tx="0" ty="0" sx="32000" sy="32000" flip="none" algn="tl"/>
        </a:blipFill>
      </a:bgFillStyleLst>
    </a:fmtScheme>
  </a:themeElements>
  <a:objectDefaults/>
  <a:extraClrSchemeLst/>
  <a:extLst>
    <a:ext uri="{05A4C25C-085E-4340-85A3-A5531E510DB2}">
      <thm15:themeFamily xmlns:thm15="http://schemas.microsoft.com/office/thememl/2012/main" name="Integral" id="{3577F8C9-A904-41D8-97D2-FD898F53F20E}" vid="{090DCB5F-146D-478A-852A-34B16FE9F3A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Integral</Template>
  <TotalTime>930</TotalTime>
  <Words>457</Words>
  <Application>Microsoft Office PowerPoint</Application>
  <PresentationFormat>On-screen Show (4:3)</PresentationFormat>
  <Paragraphs>75</Paragraphs>
  <Slides>9</Slides>
  <Notes>1</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9</vt:i4>
      </vt:variant>
    </vt:vector>
  </HeadingPairs>
  <TitlesOfParts>
    <vt:vector size="15" baseType="lpstr">
      <vt:lpstr>Calibri</vt:lpstr>
      <vt:lpstr>Tw Cen MT</vt:lpstr>
      <vt:lpstr>Tw Cen MT Condensed</vt:lpstr>
      <vt:lpstr>Wingdings</vt:lpstr>
      <vt:lpstr>Wingdings 3</vt:lpstr>
      <vt:lpstr>Integral</vt:lpstr>
      <vt:lpstr>PRESENTATION FOR  Diploma in Computer Science CGND323 – PROJECT 2</vt:lpstr>
      <vt:lpstr>INTRODUCTION</vt:lpstr>
      <vt:lpstr>PROBLEM STATEMENT</vt:lpstr>
      <vt:lpstr>OBJECTIVES</vt:lpstr>
      <vt:lpstr>TARGET USER</vt:lpstr>
      <vt:lpstr>SYSTEM FEATURES/FUNCTIONS</vt:lpstr>
      <vt:lpstr>PROJECT SCOPE/LIMITATION</vt:lpstr>
      <vt:lpstr>PROJECT DEVELOPMENT TOOLS</vt:lpstr>
      <vt:lpstr>PROCEED WITH SYSTEM DEMO</vt:lpstr>
    </vt:vector>
  </TitlesOfParts>
  <Company>Universiti Tenaga Nasional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FOR  Computer Science  diploma PROJECT (Demostration)  “your system”</dc:title>
  <dc:creator>Noor Saliza Bte. Mohd Salleh</dc:creator>
  <cp:lastModifiedBy>Muhammad Yusry Bin Rohaizat</cp:lastModifiedBy>
  <cp:revision>145</cp:revision>
  <dcterms:created xsi:type="dcterms:W3CDTF">2009-11-24T06:39:32Z</dcterms:created>
  <dcterms:modified xsi:type="dcterms:W3CDTF">2026-05-20T22:22:58Z</dcterms:modified>
</cp:coreProperties>
</file>